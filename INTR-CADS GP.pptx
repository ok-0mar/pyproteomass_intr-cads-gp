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E6F92B-D68A-45AC-A86F-31B77E66EB0C}" v="142" dt="2026-08-05T16:28:19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ar Khaled" userId="f380cf5435f16fa6" providerId="LiveId" clId="{5C74806C-94B3-44C0-92E4-B17871CAD282}"/>
    <pc:docChg chg="undo custSel addSld delSld modSld sldOrd">
      <pc:chgData name="Omar Khaled" userId="f380cf5435f16fa6" providerId="LiveId" clId="{5C74806C-94B3-44C0-92E4-B17871CAD282}" dt="2026-08-05T17:00:28.303" v="1118" actId="2711"/>
      <pc:docMkLst>
        <pc:docMk/>
      </pc:docMkLst>
      <pc:sldChg chg="addSp delSp modSp new mod modClrScheme chgLayout">
        <pc:chgData name="Omar Khaled" userId="f380cf5435f16fa6" providerId="LiveId" clId="{5C74806C-94B3-44C0-92E4-B17871CAD282}" dt="2026-08-05T17:00:28.303" v="1118" actId="2711"/>
        <pc:sldMkLst>
          <pc:docMk/>
          <pc:sldMk cId="621660695" sldId="256"/>
        </pc:sldMkLst>
        <pc:spChg chg="del mod ord">
          <ac:chgData name="Omar Khaled" userId="f380cf5435f16fa6" providerId="LiveId" clId="{5C74806C-94B3-44C0-92E4-B17871CAD282}" dt="2026-08-04T11:37:05.592" v="3" actId="700"/>
          <ac:spMkLst>
            <pc:docMk/>
            <pc:sldMk cId="621660695" sldId="256"/>
            <ac:spMk id="2" creationId="{A7CC8098-E69D-72EB-A9E4-5E70EDB271C6}"/>
          </ac:spMkLst>
        </pc:spChg>
        <pc:spChg chg="del mod ord">
          <ac:chgData name="Omar Khaled" userId="f380cf5435f16fa6" providerId="LiveId" clId="{5C74806C-94B3-44C0-92E4-B17871CAD282}" dt="2026-08-04T11:37:05.592" v="3" actId="700"/>
          <ac:spMkLst>
            <pc:docMk/>
            <pc:sldMk cId="621660695" sldId="256"/>
            <ac:spMk id="3" creationId="{955508B0-B33A-0E51-7C53-82E2FEB96F12}"/>
          </ac:spMkLst>
        </pc:spChg>
        <pc:spChg chg="add del mod ord">
          <ac:chgData name="Omar Khaled" userId="f380cf5435f16fa6" providerId="LiveId" clId="{5C74806C-94B3-44C0-92E4-B17871CAD282}" dt="2026-08-04T11:37:11.797" v="4" actId="700"/>
          <ac:spMkLst>
            <pc:docMk/>
            <pc:sldMk cId="621660695" sldId="256"/>
            <ac:spMk id="4" creationId="{2A14D147-A32E-B367-493C-CA8C9CAF9F13}"/>
          </ac:spMkLst>
        </pc:spChg>
        <pc:spChg chg="add del mod ord">
          <ac:chgData name="Omar Khaled" userId="f380cf5435f16fa6" providerId="LiveId" clId="{5C74806C-94B3-44C0-92E4-B17871CAD282}" dt="2026-08-04T11:37:11.797" v="4" actId="700"/>
          <ac:spMkLst>
            <pc:docMk/>
            <pc:sldMk cId="621660695" sldId="256"/>
            <ac:spMk id="5" creationId="{B3E06368-3AF4-6635-89B1-35E284A32541}"/>
          </ac:spMkLst>
        </pc:spChg>
        <pc:spChg chg="add mod">
          <ac:chgData name="Omar Khaled" userId="f380cf5435f16fa6" providerId="LiveId" clId="{5C74806C-94B3-44C0-92E4-B17871CAD282}" dt="2026-08-05T17:00:12.613" v="1115" actId="1076"/>
          <ac:spMkLst>
            <pc:docMk/>
            <pc:sldMk cId="621660695" sldId="256"/>
            <ac:spMk id="6" creationId="{9A4B8782-8691-60B2-0302-F1B03A363813}"/>
          </ac:spMkLst>
        </pc:spChg>
        <pc:spChg chg="add del mod">
          <ac:chgData name="Omar Khaled" userId="f380cf5435f16fa6" providerId="LiveId" clId="{5C74806C-94B3-44C0-92E4-B17871CAD282}" dt="2026-08-05T17:00:15.495" v="1116" actId="1076"/>
          <ac:spMkLst>
            <pc:docMk/>
            <pc:sldMk cId="621660695" sldId="256"/>
            <ac:spMk id="7" creationId="{8CB5E775-A6CD-D7E4-3F74-C3AE82AD5D5E}"/>
          </ac:spMkLst>
        </pc:spChg>
        <pc:spChg chg="add mod">
          <ac:chgData name="Omar Khaled" userId="f380cf5435f16fa6" providerId="LiveId" clId="{5C74806C-94B3-44C0-92E4-B17871CAD282}" dt="2026-08-05T17:00:28.303" v="1118" actId="2711"/>
          <ac:spMkLst>
            <pc:docMk/>
            <pc:sldMk cId="621660695" sldId="256"/>
            <ac:spMk id="8" creationId="{6C39BB58-4D9F-4D0A-872D-C1D6F9BE6217}"/>
          </ac:spMkLst>
        </pc:spChg>
        <pc:spChg chg="del mod">
          <ac:chgData name="Omar Khaled" userId="f380cf5435f16fa6" providerId="LiveId" clId="{5C74806C-94B3-44C0-92E4-B17871CAD282}" dt="2026-08-05T09:58:39.241" v="308" actId="478"/>
          <ac:spMkLst>
            <pc:docMk/>
            <pc:sldMk cId="621660695" sldId="256"/>
            <ac:spMk id="9" creationId="{857706B9-442B-2BC1-FEDE-256434048BF7}"/>
          </ac:spMkLst>
        </pc:spChg>
        <pc:graphicFrameChg chg="add del">
          <ac:chgData name="Omar Khaled" userId="f380cf5435f16fa6" providerId="LiveId" clId="{5C74806C-94B3-44C0-92E4-B17871CAD282}" dt="2026-08-05T09:41:15.147" v="204" actId="26606"/>
          <ac:graphicFrameMkLst>
            <pc:docMk/>
            <pc:sldMk cId="621660695" sldId="256"/>
            <ac:graphicFrameMk id="11" creationId="{ECD976A6-0BB7-8F9D-89C5-2D74CDF79D5B}"/>
          </ac:graphicFrameMkLst>
        </pc:graphicFrameChg>
        <pc:picChg chg="add del mod">
          <ac:chgData name="Omar Khaled" userId="f380cf5435f16fa6" providerId="LiveId" clId="{5C74806C-94B3-44C0-92E4-B17871CAD282}" dt="2026-08-05T16:56:12.813" v="1107" actId="478"/>
          <ac:picMkLst>
            <pc:docMk/>
            <pc:sldMk cId="621660695" sldId="256"/>
            <ac:picMk id="3" creationId="{9BA8BF11-7FDD-3089-6998-4C1E45AC11EA}"/>
          </ac:picMkLst>
        </pc:picChg>
        <pc:picChg chg="add del mod">
          <ac:chgData name="Omar Khaled" userId="f380cf5435f16fa6" providerId="LiveId" clId="{5C74806C-94B3-44C0-92E4-B17871CAD282}" dt="2026-08-05T16:59:27.887" v="1110" actId="478"/>
          <ac:picMkLst>
            <pc:docMk/>
            <pc:sldMk cId="621660695" sldId="256"/>
            <ac:picMk id="5" creationId="{C96D337E-7DA5-AE1C-5916-B6F6025B2900}"/>
          </ac:picMkLst>
        </pc:picChg>
      </pc:sldChg>
      <pc:sldChg chg="modSp new del mod">
        <pc:chgData name="Omar Khaled" userId="f380cf5435f16fa6" providerId="LiveId" clId="{5C74806C-94B3-44C0-92E4-B17871CAD282}" dt="2026-08-05T09:33:36.826" v="155" actId="47"/>
        <pc:sldMkLst>
          <pc:docMk/>
          <pc:sldMk cId="1561990827" sldId="257"/>
        </pc:sldMkLst>
        <pc:spChg chg="mod">
          <ac:chgData name="Omar Khaled" userId="f380cf5435f16fa6" providerId="LiveId" clId="{5C74806C-94B3-44C0-92E4-B17871CAD282}" dt="2026-08-05T09:29:42.262" v="153" actId="20577"/>
          <ac:spMkLst>
            <pc:docMk/>
            <pc:sldMk cId="1561990827" sldId="257"/>
            <ac:spMk id="2" creationId="{49D2F70A-3C7D-24D6-4912-2FCC2410A160}"/>
          </ac:spMkLst>
        </pc:spChg>
      </pc:sldChg>
      <pc:sldChg chg="addSp delSp modSp new mod">
        <pc:chgData name="Omar Khaled" userId="f380cf5435f16fa6" providerId="LiveId" clId="{5C74806C-94B3-44C0-92E4-B17871CAD282}" dt="2026-08-05T11:35:24.343" v="785" actId="1076"/>
        <pc:sldMkLst>
          <pc:docMk/>
          <pc:sldMk cId="879707119" sldId="258"/>
        </pc:sldMkLst>
        <pc:spChg chg="del mod">
          <ac:chgData name="Omar Khaled" userId="f380cf5435f16fa6" providerId="LiveId" clId="{5C74806C-94B3-44C0-92E4-B17871CAD282}" dt="2026-08-05T09:58:34.100" v="307" actId="478"/>
          <ac:spMkLst>
            <pc:docMk/>
            <pc:sldMk cId="879707119" sldId="258"/>
            <ac:spMk id="2" creationId="{5B7A828A-0B21-E821-88A7-C78A4BF93B62}"/>
          </ac:spMkLst>
        </pc:spChg>
        <pc:spChg chg="add del mod">
          <ac:chgData name="Omar Khaled" userId="f380cf5435f16fa6" providerId="LiveId" clId="{5C74806C-94B3-44C0-92E4-B17871CAD282}" dt="2026-08-05T10:52:01.230" v="374" actId="1076"/>
          <ac:spMkLst>
            <pc:docMk/>
            <pc:sldMk cId="879707119" sldId="258"/>
            <ac:spMk id="3" creationId="{831320C3-C504-491E-8F2A-397A11F3E4CB}"/>
          </ac:spMkLst>
        </pc:spChg>
        <pc:spChg chg="add del mod">
          <ac:chgData name="Omar Khaled" userId="f380cf5435f16fa6" providerId="LiveId" clId="{5C74806C-94B3-44C0-92E4-B17871CAD282}" dt="2026-08-05T11:35:24.343" v="785" actId="1076"/>
          <ac:spMkLst>
            <pc:docMk/>
            <pc:sldMk cId="879707119" sldId="258"/>
            <ac:spMk id="4" creationId="{6C16D73C-9C0F-4E1C-1903-F5076AE94AB1}"/>
          </ac:spMkLst>
        </pc:spChg>
        <pc:spChg chg="add mod">
          <ac:chgData name="Omar Khaled" userId="f380cf5435f16fa6" providerId="LiveId" clId="{5C74806C-94B3-44C0-92E4-B17871CAD282}" dt="2026-08-05T10:51:46.811" v="371" actId="1076"/>
          <ac:spMkLst>
            <pc:docMk/>
            <pc:sldMk cId="879707119" sldId="258"/>
            <ac:spMk id="5" creationId="{84CD7465-C22A-E747-C5AB-2ABE23120D3D}"/>
          </ac:spMkLst>
        </pc:spChg>
      </pc:sldChg>
      <pc:sldChg chg="delSp modSp new mod modClrScheme chgLayout">
        <pc:chgData name="Omar Khaled" userId="f380cf5435f16fa6" providerId="LiveId" clId="{5C74806C-94B3-44C0-92E4-B17871CAD282}" dt="2026-08-05T16:39:30.553" v="1090" actId="108"/>
        <pc:sldMkLst>
          <pc:docMk/>
          <pc:sldMk cId="4232594262" sldId="259"/>
        </pc:sldMkLst>
        <pc:spChg chg="mod">
          <ac:chgData name="Omar Khaled" userId="f380cf5435f16fa6" providerId="LiveId" clId="{5C74806C-94B3-44C0-92E4-B17871CAD282}" dt="2026-08-05T16:39:30.553" v="1090" actId="108"/>
          <ac:spMkLst>
            <pc:docMk/>
            <pc:sldMk cId="4232594262" sldId="259"/>
            <ac:spMk id="2" creationId="{D235B18E-B154-E590-6902-4B54AF88ED85}"/>
          </ac:spMkLst>
        </pc:spChg>
        <pc:spChg chg="mod">
          <ac:chgData name="Omar Khaled" userId="f380cf5435f16fa6" providerId="LiveId" clId="{5C74806C-94B3-44C0-92E4-B17871CAD282}" dt="2026-08-05T16:18:11.106" v="1031" actId="2711"/>
          <ac:spMkLst>
            <pc:docMk/>
            <pc:sldMk cId="4232594262" sldId="259"/>
            <ac:spMk id="3" creationId="{EB595FAD-756C-E201-48AE-B97C56F68028}"/>
          </ac:spMkLst>
        </pc:spChg>
        <pc:spChg chg="del mod">
          <ac:chgData name="Omar Khaled" userId="f380cf5435f16fa6" providerId="LiveId" clId="{5C74806C-94B3-44C0-92E4-B17871CAD282}" dt="2026-08-05T09:58:29.707" v="306" actId="478"/>
          <ac:spMkLst>
            <pc:docMk/>
            <pc:sldMk cId="4232594262" sldId="259"/>
            <ac:spMk id="4" creationId="{415372AF-671C-E8B4-B6EC-EF6FAA5BF99A}"/>
          </ac:spMkLst>
        </pc:spChg>
        <pc:spChg chg="mod">
          <ac:chgData name="Omar Khaled" userId="f380cf5435f16fa6" providerId="LiveId" clId="{5C74806C-94B3-44C0-92E4-B17871CAD282}" dt="2026-08-05T10:08:04.264" v="325" actId="26606"/>
          <ac:spMkLst>
            <pc:docMk/>
            <pc:sldMk cId="4232594262" sldId="259"/>
            <ac:spMk id="5" creationId="{A6F3379D-E304-B0F8-92A1-568430ADB3B4}"/>
          </ac:spMkLst>
        </pc:spChg>
        <pc:spChg chg="mod">
          <ac:chgData name="Omar Khaled" userId="f380cf5435f16fa6" providerId="LiveId" clId="{5C74806C-94B3-44C0-92E4-B17871CAD282}" dt="2026-08-05T10:08:04.264" v="325" actId="26606"/>
          <ac:spMkLst>
            <pc:docMk/>
            <pc:sldMk cId="4232594262" sldId="259"/>
            <ac:spMk id="6" creationId="{B4EEC2A8-7FA8-2D5F-7D4A-4BA7618D5349}"/>
          </ac:spMkLst>
        </pc:spChg>
      </pc:sldChg>
      <pc:sldChg chg="addSp delSp modSp new mod">
        <pc:chgData name="Omar Khaled" userId="f380cf5435f16fa6" providerId="LiveId" clId="{5C74806C-94B3-44C0-92E4-B17871CAD282}" dt="2026-08-05T16:39:03.387" v="1089" actId="108"/>
        <pc:sldMkLst>
          <pc:docMk/>
          <pc:sldMk cId="783871070" sldId="260"/>
        </pc:sldMkLst>
        <pc:spChg chg="mod">
          <ac:chgData name="Omar Khaled" userId="f380cf5435f16fa6" providerId="LiveId" clId="{5C74806C-94B3-44C0-92E4-B17871CAD282}" dt="2026-08-05T16:39:03.387" v="1089" actId="108"/>
          <ac:spMkLst>
            <pc:docMk/>
            <pc:sldMk cId="783871070" sldId="260"/>
            <ac:spMk id="2" creationId="{0954C19A-6B44-2A21-DE06-75F376127F45}"/>
          </ac:spMkLst>
        </pc:spChg>
        <pc:spChg chg="del mod">
          <ac:chgData name="Omar Khaled" userId="f380cf5435f16fa6" providerId="LiveId" clId="{5C74806C-94B3-44C0-92E4-B17871CAD282}" dt="2026-08-05T10:06:49.519" v="324" actId="26606"/>
          <ac:spMkLst>
            <pc:docMk/>
            <pc:sldMk cId="783871070" sldId="260"/>
            <ac:spMk id="3" creationId="{5E9CA8F1-BC08-3054-A5D2-DF835F36AD32}"/>
          </ac:spMkLst>
        </pc:spChg>
        <pc:spChg chg="del mod">
          <ac:chgData name="Omar Khaled" userId="f380cf5435f16fa6" providerId="LiveId" clId="{5C74806C-94B3-44C0-92E4-B17871CAD282}" dt="2026-08-05T09:58:18.007" v="298" actId="478"/>
          <ac:spMkLst>
            <pc:docMk/>
            <pc:sldMk cId="783871070" sldId="260"/>
            <ac:spMk id="4" creationId="{185FF74E-5C83-7C49-8239-1A6DC3DEFAE9}"/>
          </ac:spMkLst>
        </pc:spChg>
        <pc:spChg chg="mod">
          <ac:chgData name="Omar Khaled" userId="f380cf5435f16fa6" providerId="LiveId" clId="{5C74806C-94B3-44C0-92E4-B17871CAD282}" dt="2026-08-05T10:06:49.519" v="324" actId="26606"/>
          <ac:spMkLst>
            <pc:docMk/>
            <pc:sldMk cId="783871070" sldId="260"/>
            <ac:spMk id="5" creationId="{C7BF0BC4-D3BE-95C4-40F9-91AD715FF505}"/>
          </ac:spMkLst>
        </pc:spChg>
        <pc:spChg chg="mod">
          <ac:chgData name="Omar Khaled" userId="f380cf5435f16fa6" providerId="LiveId" clId="{5C74806C-94B3-44C0-92E4-B17871CAD282}" dt="2026-08-05T10:06:49.519" v="324" actId="26606"/>
          <ac:spMkLst>
            <pc:docMk/>
            <pc:sldMk cId="783871070" sldId="260"/>
            <ac:spMk id="6" creationId="{7DA47246-3372-B479-723B-D00A43B368D7}"/>
          </ac:spMkLst>
        </pc:spChg>
        <pc:graphicFrameChg chg="add mod">
          <ac:chgData name="Omar Khaled" userId="f380cf5435f16fa6" providerId="LiveId" clId="{5C74806C-94B3-44C0-92E4-B17871CAD282}" dt="2026-08-05T16:19:01.940" v="1034" actId="12100"/>
          <ac:graphicFrameMkLst>
            <pc:docMk/>
            <pc:sldMk cId="783871070" sldId="260"/>
            <ac:graphicFrameMk id="8" creationId="{DD5A6AF4-B1F1-715A-8C9B-B55C33816A6C}"/>
          </ac:graphicFrameMkLst>
        </pc:graphicFrameChg>
      </pc:sldChg>
      <pc:sldChg chg="modSp new del mod ord">
        <pc:chgData name="Omar Khaled" userId="f380cf5435f16fa6" providerId="LiveId" clId="{5C74806C-94B3-44C0-92E4-B17871CAD282}" dt="2026-08-05T09:47:51.699" v="236" actId="680"/>
        <pc:sldMkLst>
          <pc:docMk/>
          <pc:sldMk cId="2143021249" sldId="260"/>
        </pc:sldMkLst>
        <pc:spChg chg="mod">
          <ac:chgData name="Omar Khaled" userId="f380cf5435f16fa6" providerId="LiveId" clId="{5C74806C-94B3-44C0-92E4-B17871CAD282}" dt="2026-08-05T09:47:20.095" v="223"/>
          <ac:spMkLst>
            <pc:docMk/>
            <pc:sldMk cId="2143021249" sldId="260"/>
            <ac:spMk id="2" creationId="{6B36DB88-DE03-BFB6-92A2-A4D8966F33E6}"/>
          </ac:spMkLst>
        </pc:spChg>
        <pc:spChg chg="mod">
          <ac:chgData name="Omar Khaled" userId="f380cf5435f16fa6" providerId="LiveId" clId="{5C74806C-94B3-44C0-92E4-B17871CAD282}" dt="2026-08-05T09:47:47.071" v="230" actId="14100"/>
          <ac:spMkLst>
            <pc:docMk/>
            <pc:sldMk cId="2143021249" sldId="260"/>
            <ac:spMk id="3" creationId="{72FB9F63-64D4-AEA8-4AFE-1BA9004111F1}"/>
          </ac:spMkLst>
        </pc:spChg>
      </pc:sldChg>
      <pc:sldChg chg="addSp delSp modSp new mod modClrScheme chgLayout">
        <pc:chgData name="Omar Khaled" userId="f380cf5435f16fa6" providerId="LiveId" clId="{5C74806C-94B3-44C0-92E4-B17871CAD282}" dt="2026-08-05T16:20:05.650" v="1041" actId="108"/>
        <pc:sldMkLst>
          <pc:docMk/>
          <pc:sldMk cId="1400799534" sldId="261"/>
        </pc:sldMkLst>
        <pc:spChg chg="mod">
          <ac:chgData name="Omar Khaled" userId="f380cf5435f16fa6" providerId="LiveId" clId="{5C74806C-94B3-44C0-92E4-B17871CAD282}" dt="2026-08-05T10:09:11.599" v="326" actId="26606"/>
          <ac:spMkLst>
            <pc:docMk/>
            <pc:sldMk cId="1400799534" sldId="261"/>
            <ac:spMk id="2" creationId="{BD9430D4-8B79-0BE1-FFA2-731CBAAFBCEE}"/>
          </ac:spMkLst>
        </pc:spChg>
        <pc:spChg chg="del mod">
          <ac:chgData name="Omar Khaled" userId="f380cf5435f16fa6" providerId="LiveId" clId="{5C74806C-94B3-44C0-92E4-B17871CAD282}" dt="2026-08-05T10:06:30.115" v="323" actId="26606"/>
          <ac:spMkLst>
            <pc:docMk/>
            <pc:sldMk cId="1400799534" sldId="261"/>
            <ac:spMk id="3" creationId="{40A9D9BC-0376-6FC6-0B4F-2C471230A753}"/>
          </ac:spMkLst>
        </pc:spChg>
        <pc:spChg chg="mod">
          <ac:chgData name="Omar Khaled" userId="f380cf5435f16fa6" providerId="LiveId" clId="{5C74806C-94B3-44C0-92E4-B17871CAD282}" dt="2026-08-05T10:09:11.599" v="326" actId="26606"/>
          <ac:spMkLst>
            <pc:docMk/>
            <pc:sldMk cId="1400799534" sldId="261"/>
            <ac:spMk id="4" creationId="{4437C08C-DE1E-0C1A-657A-617385354B09}"/>
          </ac:spMkLst>
        </pc:spChg>
        <pc:spChg chg="mod">
          <ac:chgData name="Omar Khaled" userId="f380cf5435f16fa6" providerId="LiveId" clId="{5C74806C-94B3-44C0-92E4-B17871CAD282}" dt="2026-08-05T10:09:11.599" v="326" actId="26606"/>
          <ac:spMkLst>
            <pc:docMk/>
            <pc:sldMk cId="1400799534" sldId="261"/>
            <ac:spMk id="5" creationId="{C17AE6B3-5AED-17AD-0680-428891B154F1}"/>
          </ac:spMkLst>
        </pc:spChg>
        <pc:graphicFrameChg chg="add mod modGraphic">
          <ac:chgData name="Omar Khaled" userId="f380cf5435f16fa6" providerId="LiveId" clId="{5C74806C-94B3-44C0-92E4-B17871CAD282}" dt="2026-08-05T16:20:05.650" v="1041" actId="108"/>
          <ac:graphicFrameMkLst>
            <pc:docMk/>
            <pc:sldMk cId="1400799534" sldId="261"/>
            <ac:graphicFrameMk id="7" creationId="{D9AC4ADA-394C-4ED9-69E2-7C6CC47DCD09}"/>
          </ac:graphicFrameMkLst>
        </pc:graphicFrameChg>
      </pc:sldChg>
      <pc:sldChg chg="addSp modSp new mod">
        <pc:chgData name="Omar Khaled" userId="f380cf5435f16fa6" providerId="LiveId" clId="{5C74806C-94B3-44C0-92E4-B17871CAD282}" dt="2026-08-05T16:38:07.995" v="1087" actId="108"/>
        <pc:sldMkLst>
          <pc:docMk/>
          <pc:sldMk cId="1606827237" sldId="262"/>
        </pc:sldMkLst>
        <pc:spChg chg="mod">
          <ac:chgData name="Omar Khaled" userId="f380cf5435f16fa6" providerId="LiveId" clId="{5C74806C-94B3-44C0-92E4-B17871CAD282}" dt="2026-08-05T16:38:07.995" v="1087" actId="108"/>
          <ac:spMkLst>
            <pc:docMk/>
            <pc:sldMk cId="1606827237" sldId="262"/>
            <ac:spMk id="2" creationId="{5C0D9741-6E41-D8BF-55D9-5120558410B3}"/>
          </ac:spMkLst>
        </pc:spChg>
        <pc:spChg chg="mod">
          <ac:chgData name="Omar Khaled" userId="f380cf5435f16fa6" providerId="LiveId" clId="{5C74806C-94B3-44C0-92E4-B17871CAD282}" dt="2026-08-05T16:20:23.828" v="1043" actId="2711"/>
          <ac:spMkLst>
            <pc:docMk/>
            <pc:sldMk cId="1606827237" sldId="262"/>
            <ac:spMk id="3" creationId="{94A1B634-363F-93B9-9C76-331BAE39BDDC}"/>
          </ac:spMkLst>
        </pc:spChg>
        <pc:spChg chg="add mod">
          <ac:chgData name="Omar Khaled" userId="f380cf5435f16fa6" providerId="LiveId" clId="{5C74806C-94B3-44C0-92E4-B17871CAD282}" dt="2026-08-05T16:20:35.892" v="1046" actId="113"/>
          <ac:spMkLst>
            <pc:docMk/>
            <pc:sldMk cId="1606827237" sldId="262"/>
            <ac:spMk id="6" creationId="{B65F7B5F-6D15-8FC4-6219-581EBD66E6D5}"/>
          </ac:spMkLst>
        </pc:spChg>
      </pc:sldChg>
      <pc:sldChg chg="modSp new mod">
        <pc:chgData name="Omar Khaled" userId="f380cf5435f16fa6" providerId="LiveId" clId="{5C74806C-94B3-44C0-92E4-B17871CAD282}" dt="2026-08-05T16:40:39.476" v="1091" actId="207"/>
        <pc:sldMkLst>
          <pc:docMk/>
          <pc:sldMk cId="2034865630" sldId="263"/>
        </pc:sldMkLst>
        <pc:spChg chg="mod">
          <ac:chgData name="Omar Khaled" userId="f380cf5435f16fa6" providerId="LiveId" clId="{5C74806C-94B3-44C0-92E4-B17871CAD282}" dt="2026-08-05T16:38:39.882" v="1088" actId="108"/>
          <ac:spMkLst>
            <pc:docMk/>
            <pc:sldMk cId="2034865630" sldId="263"/>
            <ac:spMk id="2" creationId="{62702DC8-B353-5CFF-9007-B1EE1FD1E573}"/>
          </ac:spMkLst>
        </pc:spChg>
        <pc:spChg chg="mod">
          <ac:chgData name="Omar Khaled" userId="f380cf5435f16fa6" providerId="LiveId" clId="{5C74806C-94B3-44C0-92E4-B17871CAD282}" dt="2026-08-05T16:40:39.476" v="1091" actId="207"/>
          <ac:spMkLst>
            <pc:docMk/>
            <pc:sldMk cId="2034865630" sldId="263"/>
            <ac:spMk id="3" creationId="{5D169BB5-E506-8605-B7F9-3CCE028D6EA6}"/>
          </ac:spMkLst>
        </pc:spChg>
      </pc:sldChg>
      <pc:sldChg chg="addSp delSp modSp new mod">
        <pc:chgData name="Omar Khaled" userId="f380cf5435f16fa6" providerId="LiveId" clId="{5C74806C-94B3-44C0-92E4-B17871CAD282}" dt="2026-08-05T16:37:53.758" v="1086" actId="108"/>
        <pc:sldMkLst>
          <pc:docMk/>
          <pc:sldMk cId="361490994" sldId="264"/>
        </pc:sldMkLst>
        <pc:spChg chg="mod">
          <ac:chgData name="Omar Khaled" userId="f380cf5435f16fa6" providerId="LiveId" clId="{5C74806C-94B3-44C0-92E4-B17871CAD282}" dt="2026-08-05T16:37:53.758" v="1086" actId="108"/>
          <ac:spMkLst>
            <pc:docMk/>
            <pc:sldMk cId="361490994" sldId="264"/>
            <ac:spMk id="2" creationId="{0FA1F331-C8E9-EA1D-3102-1A153EC6D6F0}"/>
          </ac:spMkLst>
        </pc:spChg>
        <pc:spChg chg="del mod">
          <ac:chgData name="Omar Khaled" userId="f380cf5435f16fa6" providerId="LiveId" clId="{5C74806C-94B3-44C0-92E4-B17871CAD282}" dt="2026-08-05T11:08:39.648" v="567" actId="26606"/>
          <ac:spMkLst>
            <pc:docMk/>
            <pc:sldMk cId="361490994" sldId="264"/>
            <ac:spMk id="3" creationId="{4AE874D7-63FE-6A7D-0F8B-FC2A2BD631C1}"/>
          </ac:spMkLst>
        </pc:spChg>
        <pc:spChg chg="mod">
          <ac:chgData name="Omar Khaled" userId="f380cf5435f16fa6" providerId="LiveId" clId="{5C74806C-94B3-44C0-92E4-B17871CAD282}" dt="2026-08-05T11:08:39.648" v="567" actId="26606"/>
          <ac:spMkLst>
            <pc:docMk/>
            <pc:sldMk cId="361490994" sldId="264"/>
            <ac:spMk id="4" creationId="{87EF7D6B-2B82-5189-6268-3725C3503778}"/>
          </ac:spMkLst>
        </pc:spChg>
        <pc:spChg chg="mod">
          <ac:chgData name="Omar Khaled" userId="f380cf5435f16fa6" providerId="LiveId" clId="{5C74806C-94B3-44C0-92E4-B17871CAD282}" dt="2026-08-05T11:08:39.648" v="567" actId="26606"/>
          <ac:spMkLst>
            <pc:docMk/>
            <pc:sldMk cId="361490994" sldId="264"/>
            <ac:spMk id="5" creationId="{46631026-5269-DF23-A30C-3B1BBED41775}"/>
          </ac:spMkLst>
        </pc:spChg>
        <pc:graphicFrameChg chg="add mod modGraphic">
          <ac:chgData name="Omar Khaled" userId="f380cf5435f16fa6" providerId="LiveId" clId="{5C74806C-94B3-44C0-92E4-B17871CAD282}" dt="2026-08-05T16:22:37.078" v="1061" actId="2711"/>
          <ac:graphicFrameMkLst>
            <pc:docMk/>
            <pc:sldMk cId="361490994" sldId="264"/>
            <ac:graphicFrameMk id="7" creationId="{8DA4885D-965B-2534-ABB8-EEB8F878931B}"/>
          </ac:graphicFrameMkLst>
        </pc:graphicFrameChg>
      </pc:sldChg>
      <pc:sldChg chg="addSp delSp modSp new mod">
        <pc:chgData name="Omar Khaled" userId="f380cf5435f16fa6" providerId="LiveId" clId="{5C74806C-94B3-44C0-92E4-B17871CAD282}" dt="2026-08-05T16:35:31.146" v="1083" actId="1076"/>
        <pc:sldMkLst>
          <pc:docMk/>
          <pc:sldMk cId="2992413057" sldId="265"/>
        </pc:sldMkLst>
        <pc:spChg chg="mod">
          <ac:chgData name="Omar Khaled" userId="f380cf5435f16fa6" providerId="LiveId" clId="{5C74806C-94B3-44C0-92E4-B17871CAD282}" dt="2026-08-05T11:02:50.008" v="540" actId="1076"/>
          <ac:spMkLst>
            <pc:docMk/>
            <pc:sldMk cId="2992413057" sldId="265"/>
            <ac:spMk id="2" creationId="{2F2FBCB5-6ED4-46E1-65C1-70B9849667F9}"/>
          </ac:spMkLst>
        </pc:spChg>
        <pc:spChg chg="del">
          <ac:chgData name="Omar Khaled" userId="f380cf5435f16fa6" providerId="LiveId" clId="{5C74806C-94B3-44C0-92E4-B17871CAD282}" dt="2026-08-05T11:03:45.912" v="541" actId="3680"/>
          <ac:spMkLst>
            <pc:docMk/>
            <pc:sldMk cId="2992413057" sldId="265"/>
            <ac:spMk id="3" creationId="{71435757-30BE-340F-0482-50259887E462}"/>
          </ac:spMkLst>
        </pc:spChg>
        <pc:spChg chg="add del mod">
          <ac:chgData name="Omar Khaled" userId="f380cf5435f16fa6" providerId="LiveId" clId="{5C74806C-94B3-44C0-92E4-B17871CAD282}" dt="2026-08-05T11:15:36.627" v="713" actId="478"/>
          <ac:spMkLst>
            <pc:docMk/>
            <pc:sldMk cId="2992413057" sldId="265"/>
            <ac:spMk id="7" creationId="{E42A8EDA-F916-41C0-0635-704FF74AF1DD}"/>
          </ac:spMkLst>
        </pc:spChg>
        <pc:graphicFrameChg chg="add mod ord modGraphic">
          <ac:chgData name="Omar Khaled" userId="f380cf5435f16fa6" providerId="LiveId" clId="{5C74806C-94B3-44C0-92E4-B17871CAD282}" dt="2026-08-05T16:35:31.146" v="1083" actId="1076"/>
          <ac:graphicFrameMkLst>
            <pc:docMk/>
            <pc:sldMk cId="2992413057" sldId="265"/>
            <ac:graphicFrameMk id="6" creationId="{BF1AF088-2D11-5889-AD32-949DBC9C806D}"/>
          </ac:graphicFrameMkLst>
        </pc:graphicFrameChg>
      </pc:sldChg>
      <pc:sldChg chg="modSp new mod">
        <pc:chgData name="Omar Khaled" userId="f380cf5435f16fa6" providerId="LiveId" clId="{5C74806C-94B3-44C0-92E4-B17871CAD282}" dt="2026-08-05T16:30:56.945" v="1074" actId="108"/>
        <pc:sldMkLst>
          <pc:docMk/>
          <pc:sldMk cId="3540734325" sldId="266"/>
        </pc:sldMkLst>
        <pc:spChg chg="mod">
          <ac:chgData name="Omar Khaled" userId="f380cf5435f16fa6" providerId="LiveId" clId="{5C74806C-94B3-44C0-92E4-B17871CAD282}" dt="2026-08-05T16:30:56.945" v="1074" actId="108"/>
          <ac:spMkLst>
            <pc:docMk/>
            <pc:sldMk cId="3540734325" sldId="266"/>
            <ac:spMk id="2" creationId="{336DA324-B43A-0EAB-B07C-E7F9B797E457}"/>
          </ac:spMkLst>
        </pc:spChg>
        <pc:spChg chg="mod">
          <ac:chgData name="Omar Khaled" userId="f380cf5435f16fa6" providerId="LiveId" clId="{5C74806C-94B3-44C0-92E4-B17871CAD282}" dt="2026-08-05T16:23:38.016" v="1064" actId="207"/>
          <ac:spMkLst>
            <pc:docMk/>
            <pc:sldMk cId="3540734325" sldId="266"/>
            <ac:spMk id="3" creationId="{635AA189-E3C6-72B0-6739-FF345C1DAB60}"/>
          </ac:spMkLst>
        </pc:spChg>
      </pc:sldChg>
      <pc:sldChg chg="addSp delSp modSp new mod">
        <pc:chgData name="Omar Khaled" userId="f380cf5435f16fa6" providerId="LiveId" clId="{5C74806C-94B3-44C0-92E4-B17871CAD282}" dt="2026-08-05T16:34:27.635" v="1081" actId="12385"/>
        <pc:sldMkLst>
          <pc:docMk/>
          <pc:sldMk cId="3331011836" sldId="267"/>
        </pc:sldMkLst>
        <pc:spChg chg="mod">
          <ac:chgData name="Omar Khaled" userId="f380cf5435f16fa6" providerId="LiveId" clId="{5C74806C-94B3-44C0-92E4-B17871CAD282}" dt="2026-08-05T16:31:05.085" v="1075" actId="108"/>
          <ac:spMkLst>
            <pc:docMk/>
            <pc:sldMk cId="3331011836" sldId="267"/>
            <ac:spMk id="2" creationId="{B7A036CF-C8B7-DC1F-259E-9459989F9442}"/>
          </ac:spMkLst>
        </pc:spChg>
        <pc:spChg chg="del">
          <ac:chgData name="Omar Khaled" userId="f380cf5435f16fa6" providerId="LiveId" clId="{5C74806C-94B3-44C0-92E4-B17871CAD282}" dt="2026-08-05T11:28:27.605" v="762" actId="3680"/>
          <ac:spMkLst>
            <pc:docMk/>
            <pc:sldMk cId="3331011836" sldId="267"/>
            <ac:spMk id="3" creationId="{794C9BEC-75E9-BE95-EB9E-8DEFE3BA72F4}"/>
          </ac:spMkLst>
        </pc:spChg>
        <pc:spChg chg="add del mod">
          <ac:chgData name="Omar Khaled" userId="f380cf5435f16fa6" providerId="LiveId" clId="{5C74806C-94B3-44C0-92E4-B17871CAD282}" dt="2026-08-05T11:30:04.227" v="767" actId="3680"/>
          <ac:spMkLst>
            <pc:docMk/>
            <pc:sldMk cId="3331011836" sldId="267"/>
            <ac:spMk id="8" creationId="{9D7FC4E5-6E53-7678-3191-3D9DE80A0C4A}"/>
          </ac:spMkLst>
        </pc:spChg>
        <pc:graphicFrameChg chg="add del mod ord modGraphic">
          <ac:chgData name="Omar Khaled" userId="f380cf5435f16fa6" providerId="LiveId" clId="{5C74806C-94B3-44C0-92E4-B17871CAD282}" dt="2026-08-05T11:29:55.765" v="766" actId="478"/>
          <ac:graphicFrameMkLst>
            <pc:docMk/>
            <pc:sldMk cId="3331011836" sldId="267"/>
            <ac:graphicFrameMk id="6" creationId="{1E0DBC84-6049-B268-9110-4C98A5C3AE50}"/>
          </ac:graphicFrameMkLst>
        </pc:graphicFrameChg>
        <pc:graphicFrameChg chg="add mod ord modGraphic">
          <ac:chgData name="Omar Khaled" userId="f380cf5435f16fa6" providerId="LiveId" clId="{5C74806C-94B3-44C0-92E4-B17871CAD282}" dt="2026-08-05T16:34:27.635" v="1081" actId="12385"/>
          <ac:graphicFrameMkLst>
            <pc:docMk/>
            <pc:sldMk cId="3331011836" sldId="267"/>
            <ac:graphicFrameMk id="9" creationId="{79AA01AA-44CC-273E-6F83-FE19FB262DE6}"/>
          </ac:graphicFrameMkLst>
        </pc:graphicFrameChg>
      </pc:sldChg>
      <pc:sldChg chg="modSp new mod">
        <pc:chgData name="Omar Khaled" userId="f380cf5435f16fa6" providerId="LiveId" clId="{5C74806C-94B3-44C0-92E4-B17871CAD282}" dt="2026-08-05T16:35:41.953" v="1084" actId="1076"/>
        <pc:sldMkLst>
          <pc:docMk/>
          <pc:sldMk cId="3454361296" sldId="268"/>
        </pc:sldMkLst>
        <pc:spChg chg="mod">
          <ac:chgData name="Omar Khaled" userId="f380cf5435f16fa6" providerId="LiveId" clId="{5C74806C-94B3-44C0-92E4-B17871CAD282}" dt="2026-08-05T16:31:13.085" v="1076" actId="108"/>
          <ac:spMkLst>
            <pc:docMk/>
            <pc:sldMk cId="3454361296" sldId="268"/>
            <ac:spMk id="2" creationId="{32B1F5DC-A589-9C6A-26D7-ACC01A7FA984}"/>
          </ac:spMkLst>
        </pc:spChg>
        <pc:spChg chg="mod">
          <ac:chgData name="Omar Khaled" userId="f380cf5435f16fa6" providerId="LiveId" clId="{5C74806C-94B3-44C0-92E4-B17871CAD282}" dt="2026-08-05T16:35:41.953" v="1084" actId="1076"/>
          <ac:spMkLst>
            <pc:docMk/>
            <pc:sldMk cId="3454361296" sldId="268"/>
            <ac:spMk id="3" creationId="{60A54051-EE68-A658-CF0A-1862EA397B93}"/>
          </ac:spMkLst>
        </pc:spChg>
      </pc:sldChg>
      <pc:sldChg chg="new del">
        <pc:chgData name="Omar Khaled" userId="f380cf5435f16fa6" providerId="LiveId" clId="{5C74806C-94B3-44C0-92E4-B17871CAD282}" dt="2026-08-05T11:40:11.797" v="976" actId="47"/>
        <pc:sldMkLst>
          <pc:docMk/>
          <pc:sldMk cId="877969373" sldId="269"/>
        </pc:sldMkLst>
      </pc:sldChg>
      <pc:sldChg chg="addSp delSp modSp new mod chgLayout">
        <pc:chgData name="Omar Khaled" userId="f380cf5435f16fa6" providerId="LiveId" clId="{5C74806C-94B3-44C0-92E4-B17871CAD282}" dt="2026-08-05T11:42:25.518" v="1014" actId="26606"/>
        <pc:sldMkLst>
          <pc:docMk/>
          <pc:sldMk cId="1708614910" sldId="269"/>
        </pc:sldMkLst>
        <pc:spChg chg="del">
          <ac:chgData name="Omar Khaled" userId="f380cf5435f16fa6" providerId="LiveId" clId="{5C74806C-94B3-44C0-92E4-B17871CAD282}" dt="2026-08-05T11:40:20.864" v="978" actId="478"/>
          <ac:spMkLst>
            <pc:docMk/>
            <pc:sldMk cId="1708614910" sldId="269"/>
            <ac:spMk id="2" creationId="{B7B33523-3FBC-C31E-660C-CD540F5B775F}"/>
          </ac:spMkLst>
        </pc:spChg>
        <pc:spChg chg="mod">
          <ac:chgData name="Omar Khaled" userId="f380cf5435f16fa6" providerId="LiveId" clId="{5C74806C-94B3-44C0-92E4-B17871CAD282}" dt="2026-08-05T11:42:25.518" v="1014" actId="26606"/>
          <ac:spMkLst>
            <pc:docMk/>
            <pc:sldMk cId="1708614910" sldId="269"/>
            <ac:spMk id="3" creationId="{8F74A18E-7D46-D1E9-AAC3-5C44F797237E}"/>
          </ac:spMkLst>
        </pc:spChg>
        <pc:spChg chg="mod">
          <ac:chgData name="Omar Khaled" userId="f380cf5435f16fa6" providerId="LiveId" clId="{5C74806C-94B3-44C0-92E4-B17871CAD282}" dt="2026-08-05T11:42:25.518" v="1014" actId="26606"/>
          <ac:spMkLst>
            <pc:docMk/>
            <pc:sldMk cId="1708614910" sldId="269"/>
            <ac:spMk id="4" creationId="{32B8649B-2C2D-00C4-F3A3-D39A067C27F6}"/>
          </ac:spMkLst>
        </pc:spChg>
        <pc:spChg chg="add mod ord">
          <ac:chgData name="Omar Khaled" userId="f380cf5435f16fa6" providerId="LiveId" clId="{5C74806C-94B3-44C0-92E4-B17871CAD282}" dt="2026-08-05T11:42:25.518" v="1014" actId="26606"/>
          <ac:spMkLst>
            <pc:docMk/>
            <pc:sldMk cId="1708614910" sldId="269"/>
            <ac:spMk id="5" creationId="{897B5691-A527-9E4D-F879-BFAA363E508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#2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8CE14F-D644-4CA3-B327-D8CA84B93BDD}" type="doc">
      <dgm:prSet loTypeId="urn:microsoft.com/office/officeart/2005/8/layout/vList5" loCatId="list" qsTypeId="urn:microsoft.com/office/officeart/2005/8/quickstyle/simple4#1" qsCatId="simple" csTypeId="urn:microsoft.com/office/officeart/2005/8/colors/accent0_3#1" csCatId="mainScheme"/>
      <dgm:spPr/>
      <dgm:t>
        <a:bodyPr/>
        <a:lstStyle/>
        <a:p>
          <a:endParaRPr lang="en-US"/>
        </a:p>
      </dgm:t>
    </dgm:pt>
    <dgm:pt modelId="{95A1F3A2-0D07-4E5A-823C-BF6FAA74DEFD}">
      <dgm:prSet/>
      <dgm:spPr/>
      <dgm:t>
        <a:bodyPr/>
        <a:lstStyle/>
        <a:p>
          <a:r>
            <a:rPr lang="en-US" b="1"/>
            <a:t>Challenge 1: Naïve Mass Summation Errors</a:t>
          </a:r>
          <a:endParaRPr lang="en-US"/>
        </a:p>
      </dgm:t>
    </dgm:pt>
    <dgm:pt modelId="{F5184215-BF14-4085-ABE5-BE03D576A2FF}" type="parTrans" cxnId="{D36A6971-85D8-4016-A011-BC6BE22278CC}">
      <dgm:prSet/>
      <dgm:spPr/>
      <dgm:t>
        <a:bodyPr/>
        <a:lstStyle/>
        <a:p>
          <a:endParaRPr lang="en-US"/>
        </a:p>
      </dgm:t>
    </dgm:pt>
    <dgm:pt modelId="{BFBF7A78-98A2-4940-BD0F-1BE21201E279}" type="sibTrans" cxnId="{D36A6971-85D8-4016-A011-BC6BE22278CC}">
      <dgm:prSet/>
      <dgm:spPr/>
      <dgm:t>
        <a:bodyPr/>
        <a:lstStyle/>
        <a:p>
          <a:endParaRPr lang="en-US"/>
        </a:p>
      </dgm:t>
    </dgm:pt>
    <dgm:pt modelId="{53967E65-01E1-483C-9ACA-E62108B28A21}">
      <dgm:prSet/>
      <dgm:spPr/>
      <dgm:t>
        <a:bodyPr/>
        <a:lstStyle/>
        <a:p>
          <a:r>
            <a:rPr lang="en-US" dirty="0"/>
            <a:t>Simple summation of free amino acids overestimates total weight by ignoring peptide bond condensation reactions.</a:t>
          </a:r>
        </a:p>
      </dgm:t>
    </dgm:pt>
    <dgm:pt modelId="{A7F840F5-B22F-46B0-AE1A-25ABFB0EC64C}" type="parTrans" cxnId="{5D12F4DC-1510-401A-98EB-FEFA5A2F5043}">
      <dgm:prSet/>
      <dgm:spPr/>
      <dgm:t>
        <a:bodyPr/>
        <a:lstStyle/>
        <a:p>
          <a:endParaRPr lang="en-US"/>
        </a:p>
      </dgm:t>
    </dgm:pt>
    <dgm:pt modelId="{D8B416B0-0D84-4C17-9640-80174329CA58}" type="sibTrans" cxnId="{5D12F4DC-1510-401A-98EB-FEFA5A2F5043}">
      <dgm:prSet/>
      <dgm:spPr/>
      <dgm:t>
        <a:bodyPr/>
        <a:lstStyle/>
        <a:p>
          <a:endParaRPr lang="en-US"/>
        </a:p>
      </dgm:t>
    </dgm:pt>
    <dgm:pt modelId="{1E02B728-B5A7-480A-8690-E6AA3465E1B2}">
      <dgm:prSet/>
      <dgm:spPr/>
      <dgm:t>
        <a:bodyPr/>
        <a:lstStyle/>
        <a:p>
          <a:r>
            <a:rPr lang="en-US" b="1"/>
            <a:t>Challenge 2: Memory Exhaustion on Large Datasets</a:t>
          </a:r>
          <a:endParaRPr lang="en-US"/>
        </a:p>
      </dgm:t>
    </dgm:pt>
    <dgm:pt modelId="{77E0542E-B6FE-4FF5-8C1C-035CEDE9811D}" type="parTrans" cxnId="{F8C44175-B6FD-4F32-A96F-87C482422390}">
      <dgm:prSet/>
      <dgm:spPr/>
      <dgm:t>
        <a:bodyPr/>
        <a:lstStyle/>
        <a:p>
          <a:endParaRPr lang="en-US"/>
        </a:p>
      </dgm:t>
    </dgm:pt>
    <dgm:pt modelId="{0D10C54F-F437-4737-A4CF-BA6174F224ED}" type="sibTrans" cxnId="{F8C44175-B6FD-4F32-A96F-87C482422390}">
      <dgm:prSet/>
      <dgm:spPr/>
      <dgm:t>
        <a:bodyPr/>
        <a:lstStyle/>
        <a:p>
          <a:endParaRPr lang="en-US"/>
        </a:p>
      </dgm:t>
    </dgm:pt>
    <dgm:pt modelId="{F0435C08-C0D7-4CB0-B489-BE821AD85C16}">
      <dgm:prSet/>
      <dgm:spPr/>
      <dgm:t>
        <a:bodyPr/>
        <a:lstStyle/>
        <a:p>
          <a:r>
            <a:rPr lang="en-US"/>
            <a:t>Loading multi-megabyte sequence files entirely into system memory causes performance degradation or memory crashes.</a:t>
          </a:r>
        </a:p>
      </dgm:t>
    </dgm:pt>
    <dgm:pt modelId="{1EDD7E2A-AD78-4786-9D01-AD0EF25A8926}" type="parTrans" cxnId="{EFAE38FD-C219-4E7A-B42B-A86FBD6B52D6}">
      <dgm:prSet/>
      <dgm:spPr/>
      <dgm:t>
        <a:bodyPr/>
        <a:lstStyle/>
        <a:p>
          <a:endParaRPr lang="en-US"/>
        </a:p>
      </dgm:t>
    </dgm:pt>
    <dgm:pt modelId="{C04BD5CF-B42B-4DD5-BCB5-1F5980ABE865}" type="sibTrans" cxnId="{EFAE38FD-C219-4E7A-B42B-A86FBD6B52D6}">
      <dgm:prSet/>
      <dgm:spPr/>
      <dgm:t>
        <a:bodyPr/>
        <a:lstStyle/>
        <a:p>
          <a:endParaRPr lang="en-US"/>
        </a:p>
      </dgm:t>
    </dgm:pt>
    <dgm:pt modelId="{CA09F8C2-7F52-4B24-AA13-B888781DA232}">
      <dgm:prSet/>
      <dgm:spPr/>
      <dgm:t>
        <a:bodyPr/>
        <a:lstStyle/>
        <a:p>
          <a:r>
            <a:rPr lang="en-US" b="1"/>
            <a:t>Challenge 3: Heterogeneous NCBI File Formats</a:t>
          </a:r>
          <a:endParaRPr lang="en-US"/>
        </a:p>
      </dgm:t>
    </dgm:pt>
    <dgm:pt modelId="{0B8E7E24-6A61-4D19-A6E1-DAF71A5ECD38}" type="parTrans" cxnId="{4144B52C-0B74-41CE-9634-20D72A8A71E7}">
      <dgm:prSet/>
      <dgm:spPr/>
      <dgm:t>
        <a:bodyPr/>
        <a:lstStyle/>
        <a:p>
          <a:endParaRPr lang="en-US"/>
        </a:p>
      </dgm:t>
    </dgm:pt>
    <dgm:pt modelId="{1B158F44-48A2-411E-BCA1-0C74B7DB2191}" type="sibTrans" cxnId="{4144B52C-0B74-41CE-9634-20D72A8A71E7}">
      <dgm:prSet/>
      <dgm:spPr/>
      <dgm:t>
        <a:bodyPr/>
        <a:lstStyle/>
        <a:p>
          <a:endParaRPr lang="en-US"/>
        </a:p>
      </dgm:t>
    </dgm:pt>
    <dgm:pt modelId="{B0683CC8-A716-462A-A519-5773F2EA15E5}">
      <dgm:prSet/>
      <dgm:spPr/>
      <dgm:t>
        <a:bodyPr/>
        <a:lstStyle/>
        <a:p>
          <a:r>
            <a:rPr lang="en-US"/>
            <a:t>Public databases frequently shift header names between legacy .ptt files, .csv, and modern _feature_table.txt formats (e.g., locus_tag vs. Synonym vs. Locus Tag).</a:t>
          </a:r>
        </a:p>
      </dgm:t>
    </dgm:pt>
    <dgm:pt modelId="{61605B9B-4AE7-4559-A028-78B731811B18}" type="parTrans" cxnId="{1CA37DE9-DFBF-4E6A-98E5-8FDB86BD21CF}">
      <dgm:prSet/>
      <dgm:spPr/>
      <dgm:t>
        <a:bodyPr/>
        <a:lstStyle/>
        <a:p>
          <a:endParaRPr lang="en-US"/>
        </a:p>
      </dgm:t>
    </dgm:pt>
    <dgm:pt modelId="{2F678D74-DB33-4E83-939A-7C0C698BE557}" type="sibTrans" cxnId="{1CA37DE9-DFBF-4E6A-98E5-8FDB86BD21CF}">
      <dgm:prSet/>
      <dgm:spPr/>
      <dgm:t>
        <a:bodyPr/>
        <a:lstStyle/>
        <a:p>
          <a:endParaRPr lang="en-US"/>
        </a:p>
      </dgm:t>
    </dgm:pt>
    <dgm:pt modelId="{BB0431C6-4C53-4CD5-9D60-2A7BAB2A50B0}" type="pres">
      <dgm:prSet presAssocID="{CE8CE14F-D644-4CA3-B327-D8CA84B93BDD}" presName="Name0" presStyleCnt="0">
        <dgm:presLayoutVars>
          <dgm:dir/>
          <dgm:animLvl val="lvl"/>
          <dgm:resizeHandles val="exact"/>
        </dgm:presLayoutVars>
      </dgm:prSet>
      <dgm:spPr/>
    </dgm:pt>
    <dgm:pt modelId="{49C8D0C1-3183-4903-BB12-7C08CCE0C7E4}" type="pres">
      <dgm:prSet presAssocID="{95A1F3A2-0D07-4E5A-823C-BF6FAA74DEFD}" presName="linNode" presStyleCnt="0"/>
      <dgm:spPr/>
    </dgm:pt>
    <dgm:pt modelId="{0323773D-413B-49D1-86D2-D882AB5FCDB2}" type="pres">
      <dgm:prSet presAssocID="{95A1F3A2-0D07-4E5A-823C-BF6FAA74DEF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3D5B15E-A744-4A36-8B63-7C8BF392DD55}" type="pres">
      <dgm:prSet presAssocID="{95A1F3A2-0D07-4E5A-823C-BF6FAA74DEFD}" presName="descendantText" presStyleLbl="alignAccFollowNode1" presStyleIdx="0" presStyleCnt="3">
        <dgm:presLayoutVars>
          <dgm:bulletEnabled val="1"/>
        </dgm:presLayoutVars>
      </dgm:prSet>
      <dgm:spPr/>
    </dgm:pt>
    <dgm:pt modelId="{3272D1D8-D0C2-4849-B5C3-91CDD89B858E}" type="pres">
      <dgm:prSet presAssocID="{BFBF7A78-98A2-4940-BD0F-1BE21201E279}" presName="sp" presStyleCnt="0"/>
      <dgm:spPr/>
    </dgm:pt>
    <dgm:pt modelId="{0C1A1663-1F50-4CEA-A8F7-ED2761093264}" type="pres">
      <dgm:prSet presAssocID="{1E02B728-B5A7-480A-8690-E6AA3465E1B2}" presName="linNode" presStyleCnt="0"/>
      <dgm:spPr/>
    </dgm:pt>
    <dgm:pt modelId="{F6DCE503-A11E-47F6-8370-F508C7F73D14}" type="pres">
      <dgm:prSet presAssocID="{1E02B728-B5A7-480A-8690-E6AA3465E1B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B562BBE-7228-458E-A375-EA512D864369}" type="pres">
      <dgm:prSet presAssocID="{1E02B728-B5A7-480A-8690-E6AA3465E1B2}" presName="descendantText" presStyleLbl="alignAccFollowNode1" presStyleIdx="1" presStyleCnt="3">
        <dgm:presLayoutVars>
          <dgm:bulletEnabled val="1"/>
        </dgm:presLayoutVars>
      </dgm:prSet>
      <dgm:spPr/>
    </dgm:pt>
    <dgm:pt modelId="{46EF07A4-29FC-4FE5-9799-CD8C3E5CCB93}" type="pres">
      <dgm:prSet presAssocID="{0D10C54F-F437-4737-A4CF-BA6174F224ED}" presName="sp" presStyleCnt="0"/>
      <dgm:spPr/>
    </dgm:pt>
    <dgm:pt modelId="{2F082C74-E3FD-4AF5-823B-C86CEB146D07}" type="pres">
      <dgm:prSet presAssocID="{CA09F8C2-7F52-4B24-AA13-B888781DA232}" presName="linNode" presStyleCnt="0"/>
      <dgm:spPr/>
    </dgm:pt>
    <dgm:pt modelId="{1DD44F4D-2081-473A-BC5B-B1B38E9D05D9}" type="pres">
      <dgm:prSet presAssocID="{CA09F8C2-7F52-4B24-AA13-B888781DA232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8D9D6E7-E2D7-4485-97F9-7BAC1411CB4C}" type="pres">
      <dgm:prSet presAssocID="{CA09F8C2-7F52-4B24-AA13-B888781DA232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4144B52C-0B74-41CE-9634-20D72A8A71E7}" srcId="{CE8CE14F-D644-4CA3-B327-D8CA84B93BDD}" destId="{CA09F8C2-7F52-4B24-AA13-B888781DA232}" srcOrd="2" destOrd="0" parTransId="{0B8E7E24-6A61-4D19-A6E1-DAF71A5ECD38}" sibTransId="{1B158F44-48A2-411E-BCA1-0C74B7DB2191}"/>
    <dgm:cxn modelId="{D53AE931-A565-4255-A855-5DA5D1A76B4F}" type="presOf" srcId="{B0683CC8-A716-462A-A519-5773F2EA15E5}" destId="{98D9D6E7-E2D7-4485-97F9-7BAC1411CB4C}" srcOrd="0" destOrd="0" presId="urn:microsoft.com/office/officeart/2005/8/layout/vList5"/>
    <dgm:cxn modelId="{6E5AD06C-C235-4175-BEB4-3A94F1E3369A}" type="presOf" srcId="{CA09F8C2-7F52-4B24-AA13-B888781DA232}" destId="{1DD44F4D-2081-473A-BC5B-B1B38E9D05D9}" srcOrd="0" destOrd="0" presId="urn:microsoft.com/office/officeart/2005/8/layout/vList5"/>
    <dgm:cxn modelId="{D09D664E-AC4B-4C75-BAE4-7F7C8326EAB8}" type="presOf" srcId="{1E02B728-B5A7-480A-8690-E6AA3465E1B2}" destId="{F6DCE503-A11E-47F6-8370-F508C7F73D14}" srcOrd="0" destOrd="0" presId="urn:microsoft.com/office/officeart/2005/8/layout/vList5"/>
    <dgm:cxn modelId="{D36A6971-85D8-4016-A011-BC6BE22278CC}" srcId="{CE8CE14F-D644-4CA3-B327-D8CA84B93BDD}" destId="{95A1F3A2-0D07-4E5A-823C-BF6FAA74DEFD}" srcOrd="0" destOrd="0" parTransId="{F5184215-BF14-4085-ABE5-BE03D576A2FF}" sibTransId="{BFBF7A78-98A2-4940-BD0F-1BE21201E279}"/>
    <dgm:cxn modelId="{F8C44175-B6FD-4F32-A96F-87C482422390}" srcId="{CE8CE14F-D644-4CA3-B327-D8CA84B93BDD}" destId="{1E02B728-B5A7-480A-8690-E6AA3465E1B2}" srcOrd="1" destOrd="0" parTransId="{77E0542E-B6FE-4FF5-8C1C-035CEDE9811D}" sibTransId="{0D10C54F-F437-4737-A4CF-BA6174F224ED}"/>
    <dgm:cxn modelId="{F8B50291-A20F-4980-9CF6-ABFD779B090C}" type="presOf" srcId="{95A1F3A2-0D07-4E5A-823C-BF6FAA74DEFD}" destId="{0323773D-413B-49D1-86D2-D882AB5FCDB2}" srcOrd="0" destOrd="0" presId="urn:microsoft.com/office/officeart/2005/8/layout/vList5"/>
    <dgm:cxn modelId="{0D82CDC2-0417-4755-B8F1-74E40657615D}" type="presOf" srcId="{53967E65-01E1-483C-9ACA-E62108B28A21}" destId="{63D5B15E-A744-4A36-8B63-7C8BF392DD55}" srcOrd="0" destOrd="0" presId="urn:microsoft.com/office/officeart/2005/8/layout/vList5"/>
    <dgm:cxn modelId="{8C869CDC-48E9-425C-8984-75C2B36F0D26}" type="presOf" srcId="{CE8CE14F-D644-4CA3-B327-D8CA84B93BDD}" destId="{BB0431C6-4C53-4CD5-9D60-2A7BAB2A50B0}" srcOrd="0" destOrd="0" presId="urn:microsoft.com/office/officeart/2005/8/layout/vList5"/>
    <dgm:cxn modelId="{5D12F4DC-1510-401A-98EB-FEFA5A2F5043}" srcId="{95A1F3A2-0D07-4E5A-823C-BF6FAA74DEFD}" destId="{53967E65-01E1-483C-9ACA-E62108B28A21}" srcOrd="0" destOrd="0" parTransId="{A7F840F5-B22F-46B0-AE1A-25ABFB0EC64C}" sibTransId="{D8B416B0-0D84-4C17-9640-80174329CA58}"/>
    <dgm:cxn modelId="{1CA37DE9-DFBF-4E6A-98E5-8FDB86BD21CF}" srcId="{CA09F8C2-7F52-4B24-AA13-B888781DA232}" destId="{B0683CC8-A716-462A-A519-5773F2EA15E5}" srcOrd="0" destOrd="0" parTransId="{61605B9B-4AE7-4559-A028-78B731811B18}" sibTransId="{2F678D74-DB33-4E83-939A-7C0C698BE557}"/>
    <dgm:cxn modelId="{7264B6FA-5262-4D49-9EE4-6F3F26242417}" type="presOf" srcId="{F0435C08-C0D7-4CB0-B489-BE821AD85C16}" destId="{DB562BBE-7228-458E-A375-EA512D864369}" srcOrd="0" destOrd="0" presId="urn:microsoft.com/office/officeart/2005/8/layout/vList5"/>
    <dgm:cxn modelId="{EFAE38FD-C219-4E7A-B42B-A86FBD6B52D6}" srcId="{1E02B728-B5A7-480A-8690-E6AA3465E1B2}" destId="{F0435C08-C0D7-4CB0-B489-BE821AD85C16}" srcOrd="0" destOrd="0" parTransId="{1EDD7E2A-AD78-4786-9D01-AD0EF25A8926}" sibTransId="{C04BD5CF-B42B-4DD5-BCB5-1F5980ABE865}"/>
    <dgm:cxn modelId="{C27A25FC-B830-49F4-9548-19BF0841BB8B}" type="presParOf" srcId="{BB0431C6-4C53-4CD5-9D60-2A7BAB2A50B0}" destId="{49C8D0C1-3183-4903-BB12-7C08CCE0C7E4}" srcOrd="0" destOrd="0" presId="urn:microsoft.com/office/officeart/2005/8/layout/vList5"/>
    <dgm:cxn modelId="{6B43BFC2-0952-400B-A4C4-60DCE096AC74}" type="presParOf" srcId="{49C8D0C1-3183-4903-BB12-7C08CCE0C7E4}" destId="{0323773D-413B-49D1-86D2-D882AB5FCDB2}" srcOrd="0" destOrd="0" presId="urn:microsoft.com/office/officeart/2005/8/layout/vList5"/>
    <dgm:cxn modelId="{4D3618B7-DCE3-40C9-BBD2-20883DA74FE4}" type="presParOf" srcId="{49C8D0C1-3183-4903-BB12-7C08CCE0C7E4}" destId="{63D5B15E-A744-4A36-8B63-7C8BF392DD55}" srcOrd="1" destOrd="0" presId="urn:microsoft.com/office/officeart/2005/8/layout/vList5"/>
    <dgm:cxn modelId="{AED74753-2F72-4264-95C4-FC0F91478FA6}" type="presParOf" srcId="{BB0431C6-4C53-4CD5-9D60-2A7BAB2A50B0}" destId="{3272D1D8-D0C2-4849-B5C3-91CDD89B858E}" srcOrd="1" destOrd="0" presId="urn:microsoft.com/office/officeart/2005/8/layout/vList5"/>
    <dgm:cxn modelId="{89670160-BED7-4DBF-B114-9CD2DC8CFCD2}" type="presParOf" srcId="{BB0431C6-4C53-4CD5-9D60-2A7BAB2A50B0}" destId="{0C1A1663-1F50-4CEA-A8F7-ED2761093264}" srcOrd="2" destOrd="0" presId="urn:microsoft.com/office/officeart/2005/8/layout/vList5"/>
    <dgm:cxn modelId="{8AFFFF8C-4D7E-4848-8F23-1B9F07C62EE7}" type="presParOf" srcId="{0C1A1663-1F50-4CEA-A8F7-ED2761093264}" destId="{F6DCE503-A11E-47F6-8370-F508C7F73D14}" srcOrd="0" destOrd="0" presId="urn:microsoft.com/office/officeart/2005/8/layout/vList5"/>
    <dgm:cxn modelId="{55C58F2F-496D-4EAF-9038-E0EC3100B132}" type="presParOf" srcId="{0C1A1663-1F50-4CEA-A8F7-ED2761093264}" destId="{DB562BBE-7228-458E-A375-EA512D864369}" srcOrd="1" destOrd="0" presId="urn:microsoft.com/office/officeart/2005/8/layout/vList5"/>
    <dgm:cxn modelId="{3093A5C5-9013-49D1-983D-59A6D3486337}" type="presParOf" srcId="{BB0431C6-4C53-4CD5-9D60-2A7BAB2A50B0}" destId="{46EF07A4-29FC-4FE5-9799-CD8C3E5CCB93}" srcOrd="3" destOrd="0" presId="urn:microsoft.com/office/officeart/2005/8/layout/vList5"/>
    <dgm:cxn modelId="{3063B061-DBF8-4231-8FC4-6CD0098ECC26}" type="presParOf" srcId="{BB0431C6-4C53-4CD5-9D60-2A7BAB2A50B0}" destId="{2F082C74-E3FD-4AF5-823B-C86CEB146D07}" srcOrd="4" destOrd="0" presId="urn:microsoft.com/office/officeart/2005/8/layout/vList5"/>
    <dgm:cxn modelId="{F00AD04A-58F6-43B5-8B66-83CAC5E7A7F6}" type="presParOf" srcId="{2F082C74-E3FD-4AF5-823B-C86CEB146D07}" destId="{1DD44F4D-2081-473A-BC5B-B1B38E9D05D9}" srcOrd="0" destOrd="0" presId="urn:microsoft.com/office/officeart/2005/8/layout/vList5"/>
    <dgm:cxn modelId="{B03551E0-272F-4220-8E9F-178F3F8E368B}" type="presParOf" srcId="{2F082C74-E3FD-4AF5-823B-C86CEB146D07}" destId="{98D9D6E7-E2D7-4485-97F9-7BAC1411CB4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42BB0D-EF36-4F8A-9561-862745FE5965}" type="doc">
      <dgm:prSet loTypeId="urn:microsoft.com/office/officeart/2008/layout/LinedList" loCatId="list" qsTypeId="urn:microsoft.com/office/officeart/2005/8/quickstyle/simple2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ABD3A4BC-DFC3-4C62-93D4-0DE19AC3C400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Biochemical Accuracy: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Implement the exact stoichiometric condensation equation with sequence sanitization.</a:t>
          </a:r>
        </a:p>
      </dgm:t>
    </dgm:pt>
    <dgm:pt modelId="{50C58666-327D-44AB-BA68-67A9C7964609}" type="parTrans" cxnId="{478551B5-B4FF-4173-85DB-50EB7BCEC9FF}">
      <dgm:prSet/>
      <dgm:spPr/>
      <dgm:t>
        <a:bodyPr/>
        <a:lstStyle/>
        <a:p>
          <a:endParaRPr lang="en-US"/>
        </a:p>
      </dgm:t>
    </dgm:pt>
    <dgm:pt modelId="{DDA25DAF-60FE-4A72-9440-17607A732ECD}" type="sibTrans" cxnId="{478551B5-B4FF-4173-85DB-50EB7BCEC9FF}">
      <dgm:prSet/>
      <dgm:spPr/>
      <dgm:t>
        <a:bodyPr/>
        <a:lstStyle/>
        <a:p>
          <a:endParaRPr lang="en-US"/>
        </a:p>
      </dgm:t>
    </dgm:pt>
    <dgm:pt modelId="{A6C50DEF-782B-423E-938F-6D318337E13F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High-Throughput Performance: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Process complete reference proteomes in under 3 seconds using generator-based streaming.</a:t>
          </a:r>
        </a:p>
      </dgm:t>
    </dgm:pt>
    <dgm:pt modelId="{6811BE7B-A7E7-4166-8B68-B169207FD7E5}" type="parTrans" cxnId="{4FDABB86-B5AE-4E35-88A4-E93FED49F277}">
      <dgm:prSet/>
      <dgm:spPr/>
      <dgm:t>
        <a:bodyPr/>
        <a:lstStyle/>
        <a:p>
          <a:endParaRPr lang="en-US"/>
        </a:p>
      </dgm:t>
    </dgm:pt>
    <dgm:pt modelId="{60481FE1-A735-4EF0-9FD5-74BF0753DFCF}" type="sibTrans" cxnId="{4FDABB86-B5AE-4E35-88A4-E93FED49F277}">
      <dgm:prSet/>
      <dgm:spPr/>
      <dgm:t>
        <a:bodyPr/>
        <a:lstStyle/>
        <a:p>
          <a:endParaRPr lang="en-US"/>
        </a:p>
      </dgm:t>
    </dgm:pt>
    <dgm:pt modelId="{DA6B01DF-DFEF-4E0F-A946-B9FC4D86C36E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Dynamic Format Resolution: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Auto-detect delimiters and column headers across varying NCBI annotation tables.</a:t>
          </a:r>
        </a:p>
      </dgm:t>
    </dgm:pt>
    <dgm:pt modelId="{AA8EEAA6-9633-4FF6-8460-0C344B60427B}" type="parTrans" cxnId="{CC311E25-68BA-4203-B59C-27D70439581E}">
      <dgm:prSet/>
      <dgm:spPr/>
      <dgm:t>
        <a:bodyPr/>
        <a:lstStyle/>
        <a:p>
          <a:endParaRPr lang="en-US"/>
        </a:p>
      </dgm:t>
    </dgm:pt>
    <dgm:pt modelId="{FC4CCA55-FF13-4A85-9ED8-E95C59998544}" type="sibTrans" cxnId="{CC311E25-68BA-4203-B59C-27D70439581E}">
      <dgm:prSet/>
      <dgm:spPr/>
      <dgm:t>
        <a:bodyPr/>
        <a:lstStyle/>
        <a:p>
          <a:endParaRPr lang="en-US"/>
        </a:p>
      </dgm:t>
    </dgm:pt>
    <dgm:pt modelId="{EE5DC4FE-16DA-4DF3-9A9F-E3655DC78DFB}">
      <dgm:prSet custT="1"/>
      <dgm:spPr/>
      <dgm:t>
        <a:bodyPr/>
        <a:lstStyle/>
        <a:p>
          <a:r>
            <a:rPr lang="en-US" sz="3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Clean Output:</a:t>
          </a: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Export a standardized two-column CSV (</a:t>
          </a:r>
          <a:r>
            <a:rPr lang="en-US" sz="31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locus_tag</a:t>
          </a:r>
          <a:r>
            <a:rPr lang="en-US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, </a:t>
          </a:r>
          <a:r>
            <a:rPr lang="en-US" sz="31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Molecular_Weight_Da</a:t>
          </a:r>
          <a:r>
            <a:rPr lang="en-US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) ready for downstream pipeline ingestion</a:t>
          </a: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4DE85390-3D8D-4661-AC50-3F217062ED07}" type="parTrans" cxnId="{B383D8B6-ECB5-4508-AF40-F85B2F36E9AA}">
      <dgm:prSet/>
      <dgm:spPr/>
      <dgm:t>
        <a:bodyPr/>
        <a:lstStyle/>
        <a:p>
          <a:endParaRPr lang="en-US"/>
        </a:p>
      </dgm:t>
    </dgm:pt>
    <dgm:pt modelId="{D815E65B-114E-4229-BFEB-E8C75FF4F409}" type="sibTrans" cxnId="{B383D8B6-ECB5-4508-AF40-F85B2F36E9AA}">
      <dgm:prSet/>
      <dgm:spPr/>
      <dgm:t>
        <a:bodyPr/>
        <a:lstStyle/>
        <a:p>
          <a:endParaRPr lang="en-US"/>
        </a:p>
      </dgm:t>
    </dgm:pt>
    <dgm:pt modelId="{BE215092-5AF1-4AA4-ACD0-9D143D527929}" type="pres">
      <dgm:prSet presAssocID="{3242BB0D-EF36-4F8A-9561-862745FE5965}" presName="vert0" presStyleCnt="0">
        <dgm:presLayoutVars>
          <dgm:dir/>
          <dgm:animOne val="branch"/>
          <dgm:animLvl val="lvl"/>
        </dgm:presLayoutVars>
      </dgm:prSet>
      <dgm:spPr/>
    </dgm:pt>
    <dgm:pt modelId="{AF4C62C6-4E34-4BB8-B7BE-E919492F7DB7}" type="pres">
      <dgm:prSet presAssocID="{ABD3A4BC-DFC3-4C62-93D4-0DE19AC3C400}" presName="thickLine" presStyleLbl="alignNode1" presStyleIdx="0" presStyleCnt="4"/>
      <dgm:spPr/>
    </dgm:pt>
    <dgm:pt modelId="{7732BF58-6A10-4B1B-BE89-5F521727E2FE}" type="pres">
      <dgm:prSet presAssocID="{ABD3A4BC-DFC3-4C62-93D4-0DE19AC3C400}" presName="horz1" presStyleCnt="0"/>
      <dgm:spPr/>
    </dgm:pt>
    <dgm:pt modelId="{C1B1E15B-FA0B-4591-AEF9-CAC081A3F709}" type="pres">
      <dgm:prSet presAssocID="{ABD3A4BC-DFC3-4C62-93D4-0DE19AC3C400}" presName="tx1" presStyleLbl="revTx" presStyleIdx="0" presStyleCnt="4"/>
      <dgm:spPr/>
    </dgm:pt>
    <dgm:pt modelId="{BF292C50-6A07-4051-BD86-42818172AB2A}" type="pres">
      <dgm:prSet presAssocID="{ABD3A4BC-DFC3-4C62-93D4-0DE19AC3C400}" presName="vert1" presStyleCnt="0"/>
      <dgm:spPr/>
    </dgm:pt>
    <dgm:pt modelId="{14C048AE-E29A-4438-AA1D-6FF856129C40}" type="pres">
      <dgm:prSet presAssocID="{A6C50DEF-782B-423E-938F-6D318337E13F}" presName="thickLine" presStyleLbl="alignNode1" presStyleIdx="1" presStyleCnt="4"/>
      <dgm:spPr/>
    </dgm:pt>
    <dgm:pt modelId="{3C9267B1-7E7D-4031-9E58-312FA3EADCAA}" type="pres">
      <dgm:prSet presAssocID="{A6C50DEF-782B-423E-938F-6D318337E13F}" presName="horz1" presStyleCnt="0"/>
      <dgm:spPr/>
    </dgm:pt>
    <dgm:pt modelId="{32ECAAB9-6A3D-4A62-A342-40F1894C1835}" type="pres">
      <dgm:prSet presAssocID="{A6C50DEF-782B-423E-938F-6D318337E13F}" presName="tx1" presStyleLbl="revTx" presStyleIdx="1" presStyleCnt="4"/>
      <dgm:spPr/>
    </dgm:pt>
    <dgm:pt modelId="{2738F29E-D0F9-47FF-AF50-11900DAAECEE}" type="pres">
      <dgm:prSet presAssocID="{A6C50DEF-782B-423E-938F-6D318337E13F}" presName="vert1" presStyleCnt="0"/>
      <dgm:spPr/>
    </dgm:pt>
    <dgm:pt modelId="{DDDBE002-B658-40B4-B4C9-17671D1C098B}" type="pres">
      <dgm:prSet presAssocID="{DA6B01DF-DFEF-4E0F-A946-B9FC4D86C36E}" presName="thickLine" presStyleLbl="alignNode1" presStyleIdx="2" presStyleCnt="4"/>
      <dgm:spPr/>
    </dgm:pt>
    <dgm:pt modelId="{E28C83D9-E4CF-4ED6-A8A4-D40D66462874}" type="pres">
      <dgm:prSet presAssocID="{DA6B01DF-DFEF-4E0F-A946-B9FC4D86C36E}" presName="horz1" presStyleCnt="0"/>
      <dgm:spPr/>
    </dgm:pt>
    <dgm:pt modelId="{D4925555-498A-4BAF-9635-4846D0A89163}" type="pres">
      <dgm:prSet presAssocID="{DA6B01DF-DFEF-4E0F-A946-B9FC4D86C36E}" presName="tx1" presStyleLbl="revTx" presStyleIdx="2" presStyleCnt="4"/>
      <dgm:spPr/>
    </dgm:pt>
    <dgm:pt modelId="{DA4F74FA-C19F-4603-B0BF-74A78AAED0FE}" type="pres">
      <dgm:prSet presAssocID="{DA6B01DF-DFEF-4E0F-A946-B9FC4D86C36E}" presName="vert1" presStyleCnt="0"/>
      <dgm:spPr/>
    </dgm:pt>
    <dgm:pt modelId="{A4F4CEAC-28D5-4D09-9AFE-0F826F702EB1}" type="pres">
      <dgm:prSet presAssocID="{EE5DC4FE-16DA-4DF3-9A9F-E3655DC78DFB}" presName="thickLine" presStyleLbl="alignNode1" presStyleIdx="3" presStyleCnt="4"/>
      <dgm:spPr/>
    </dgm:pt>
    <dgm:pt modelId="{216C3FEE-F556-44F5-995C-22D2DA257489}" type="pres">
      <dgm:prSet presAssocID="{EE5DC4FE-16DA-4DF3-9A9F-E3655DC78DFB}" presName="horz1" presStyleCnt="0"/>
      <dgm:spPr/>
    </dgm:pt>
    <dgm:pt modelId="{719D2E94-5312-4BB9-95E8-9905B55D8490}" type="pres">
      <dgm:prSet presAssocID="{EE5DC4FE-16DA-4DF3-9A9F-E3655DC78DFB}" presName="tx1" presStyleLbl="revTx" presStyleIdx="3" presStyleCnt="4"/>
      <dgm:spPr/>
    </dgm:pt>
    <dgm:pt modelId="{C25B4D36-FC28-4E29-B935-E17B7FADA843}" type="pres">
      <dgm:prSet presAssocID="{EE5DC4FE-16DA-4DF3-9A9F-E3655DC78DFB}" presName="vert1" presStyleCnt="0"/>
      <dgm:spPr/>
    </dgm:pt>
  </dgm:ptLst>
  <dgm:cxnLst>
    <dgm:cxn modelId="{CC311E25-68BA-4203-B59C-27D70439581E}" srcId="{3242BB0D-EF36-4F8A-9561-862745FE5965}" destId="{DA6B01DF-DFEF-4E0F-A946-B9FC4D86C36E}" srcOrd="2" destOrd="0" parTransId="{AA8EEAA6-9633-4FF6-8460-0C344B60427B}" sibTransId="{FC4CCA55-FF13-4A85-9ED8-E95C59998544}"/>
    <dgm:cxn modelId="{4FDABB86-B5AE-4E35-88A4-E93FED49F277}" srcId="{3242BB0D-EF36-4F8A-9561-862745FE5965}" destId="{A6C50DEF-782B-423E-938F-6D318337E13F}" srcOrd="1" destOrd="0" parTransId="{6811BE7B-A7E7-4166-8B68-B169207FD7E5}" sibTransId="{60481FE1-A735-4EF0-9FD5-74BF0753DFCF}"/>
    <dgm:cxn modelId="{576F028A-AE48-490F-923B-4E11FE1D7B6C}" type="presOf" srcId="{EE5DC4FE-16DA-4DF3-9A9F-E3655DC78DFB}" destId="{719D2E94-5312-4BB9-95E8-9905B55D8490}" srcOrd="0" destOrd="0" presId="urn:microsoft.com/office/officeart/2008/layout/LinedList"/>
    <dgm:cxn modelId="{259D41A2-3588-4D55-BA20-BE36A51549FA}" type="presOf" srcId="{3242BB0D-EF36-4F8A-9561-862745FE5965}" destId="{BE215092-5AF1-4AA4-ACD0-9D143D527929}" srcOrd="0" destOrd="0" presId="urn:microsoft.com/office/officeart/2008/layout/LinedList"/>
    <dgm:cxn modelId="{C1BC85A9-B250-41DB-A5B4-8DC5C749926E}" type="presOf" srcId="{ABD3A4BC-DFC3-4C62-93D4-0DE19AC3C400}" destId="{C1B1E15B-FA0B-4591-AEF9-CAC081A3F709}" srcOrd="0" destOrd="0" presId="urn:microsoft.com/office/officeart/2008/layout/LinedList"/>
    <dgm:cxn modelId="{4F530EAB-EF73-442B-A3F8-DFDBB39BA668}" type="presOf" srcId="{A6C50DEF-782B-423E-938F-6D318337E13F}" destId="{32ECAAB9-6A3D-4A62-A342-40F1894C1835}" srcOrd="0" destOrd="0" presId="urn:microsoft.com/office/officeart/2008/layout/LinedList"/>
    <dgm:cxn modelId="{478551B5-B4FF-4173-85DB-50EB7BCEC9FF}" srcId="{3242BB0D-EF36-4F8A-9561-862745FE5965}" destId="{ABD3A4BC-DFC3-4C62-93D4-0DE19AC3C400}" srcOrd="0" destOrd="0" parTransId="{50C58666-327D-44AB-BA68-67A9C7964609}" sibTransId="{DDA25DAF-60FE-4A72-9440-17607A732ECD}"/>
    <dgm:cxn modelId="{B383D8B6-ECB5-4508-AF40-F85B2F36E9AA}" srcId="{3242BB0D-EF36-4F8A-9561-862745FE5965}" destId="{EE5DC4FE-16DA-4DF3-9A9F-E3655DC78DFB}" srcOrd="3" destOrd="0" parTransId="{4DE85390-3D8D-4661-AC50-3F217062ED07}" sibTransId="{D815E65B-114E-4229-BFEB-E8C75FF4F409}"/>
    <dgm:cxn modelId="{B2B206C9-D4CC-4530-9E60-994C8896579A}" type="presOf" srcId="{DA6B01DF-DFEF-4E0F-A946-B9FC4D86C36E}" destId="{D4925555-498A-4BAF-9635-4846D0A89163}" srcOrd="0" destOrd="0" presId="urn:microsoft.com/office/officeart/2008/layout/LinedList"/>
    <dgm:cxn modelId="{BF0E6D6E-8076-4B72-AE97-DAFA59B0674C}" type="presParOf" srcId="{BE215092-5AF1-4AA4-ACD0-9D143D527929}" destId="{AF4C62C6-4E34-4BB8-B7BE-E919492F7DB7}" srcOrd="0" destOrd="0" presId="urn:microsoft.com/office/officeart/2008/layout/LinedList"/>
    <dgm:cxn modelId="{B5011926-4504-40A8-B10D-F1ADCF001034}" type="presParOf" srcId="{BE215092-5AF1-4AA4-ACD0-9D143D527929}" destId="{7732BF58-6A10-4B1B-BE89-5F521727E2FE}" srcOrd="1" destOrd="0" presId="urn:microsoft.com/office/officeart/2008/layout/LinedList"/>
    <dgm:cxn modelId="{69333C76-610D-42F3-99DC-CAFE5E485D42}" type="presParOf" srcId="{7732BF58-6A10-4B1B-BE89-5F521727E2FE}" destId="{C1B1E15B-FA0B-4591-AEF9-CAC081A3F709}" srcOrd="0" destOrd="0" presId="urn:microsoft.com/office/officeart/2008/layout/LinedList"/>
    <dgm:cxn modelId="{CB264704-8F48-4AB3-8CFE-7F571A9AA0D4}" type="presParOf" srcId="{7732BF58-6A10-4B1B-BE89-5F521727E2FE}" destId="{BF292C50-6A07-4051-BD86-42818172AB2A}" srcOrd="1" destOrd="0" presId="urn:microsoft.com/office/officeart/2008/layout/LinedList"/>
    <dgm:cxn modelId="{E00CE48C-355C-4E0F-80D7-F96F09D23626}" type="presParOf" srcId="{BE215092-5AF1-4AA4-ACD0-9D143D527929}" destId="{14C048AE-E29A-4438-AA1D-6FF856129C40}" srcOrd="2" destOrd="0" presId="urn:microsoft.com/office/officeart/2008/layout/LinedList"/>
    <dgm:cxn modelId="{6377B5CE-B5AE-4CFB-8F95-5D57235500ED}" type="presParOf" srcId="{BE215092-5AF1-4AA4-ACD0-9D143D527929}" destId="{3C9267B1-7E7D-4031-9E58-312FA3EADCAA}" srcOrd="3" destOrd="0" presId="urn:microsoft.com/office/officeart/2008/layout/LinedList"/>
    <dgm:cxn modelId="{71C4A0B3-D37A-4624-9661-62E10691648F}" type="presParOf" srcId="{3C9267B1-7E7D-4031-9E58-312FA3EADCAA}" destId="{32ECAAB9-6A3D-4A62-A342-40F1894C1835}" srcOrd="0" destOrd="0" presId="urn:microsoft.com/office/officeart/2008/layout/LinedList"/>
    <dgm:cxn modelId="{84AF21E0-1038-4208-8055-E7334F202103}" type="presParOf" srcId="{3C9267B1-7E7D-4031-9E58-312FA3EADCAA}" destId="{2738F29E-D0F9-47FF-AF50-11900DAAECEE}" srcOrd="1" destOrd="0" presId="urn:microsoft.com/office/officeart/2008/layout/LinedList"/>
    <dgm:cxn modelId="{56140A45-9AAF-4224-A2D6-8AD2893671F4}" type="presParOf" srcId="{BE215092-5AF1-4AA4-ACD0-9D143D527929}" destId="{DDDBE002-B658-40B4-B4C9-17671D1C098B}" srcOrd="4" destOrd="0" presId="urn:microsoft.com/office/officeart/2008/layout/LinedList"/>
    <dgm:cxn modelId="{DF664A78-568D-4652-BC43-D90E8CFB61CC}" type="presParOf" srcId="{BE215092-5AF1-4AA4-ACD0-9D143D527929}" destId="{E28C83D9-E4CF-4ED6-A8A4-D40D66462874}" srcOrd="5" destOrd="0" presId="urn:microsoft.com/office/officeart/2008/layout/LinedList"/>
    <dgm:cxn modelId="{8CC1B9F5-BB0C-450B-B7C7-773DB1B1C136}" type="presParOf" srcId="{E28C83D9-E4CF-4ED6-A8A4-D40D66462874}" destId="{D4925555-498A-4BAF-9635-4846D0A89163}" srcOrd="0" destOrd="0" presId="urn:microsoft.com/office/officeart/2008/layout/LinedList"/>
    <dgm:cxn modelId="{16EBCF1E-E989-4BA0-99D3-AE16FAA3D24C}" type="presParOf" srcId="{E28C83D9-E4CF-4ED6-A8A4-D40D66462874}" destId="{DA4F74FA-C19F-4603-B0BF-74A78AAED0FE}" srcOrd="1" destOrd="0" presId="urn:microsoft.com/office/officeart/2008/layout/LinedList"/>
    <dgm:cxn modelId="{39B8944A-3C6C-4084-814A-F4862F9B868E}" type="presParOf" srcId="{BE215092-5AF1-4AA4-ACD0-9D143D527929}" destId="{A4F4CEAC-28D5-4D09-9AFE-0F826F702EB1}" srcOrd="6" destOrd="0" presId="urn:microsoft.com/office/officeart/2008/layout/LinedList"/>
    <dgm:cxn modelId="{96C1A032-90F8-4405-93AC-F2B1D1DF9DE6}" type="presParOf" srcId="{BE215092-5AF1-4AA4-ACD0-9D143D527929}" destId="{216C3FEE-F556-44F5-995C-22D2DA257489}" srcOrd="7" destOrd="0" presId="urn:microsoft.com/office/officeart/2008/layout/LinedList"/>
    <dgm:cxn modelId="{9DA7CF68-0FD7-4DCA-A0D1-412987346CA1}" type="presParOf" srcId="{216C3FEE-F556-44F5-995C-22D2DA257489}" destId="{719D2E94-5312-4BB9-95E8-9905B55D8490}" srcOrd="0" destOrd="0" presId="urn:microsoft.com/office/officeart/2008/layout/LinedList"/>
    <dgm:cxn modelId="{ABCF672E-1444-4E94-A9B1-9115E6F40E40}" type="presParOf" srcId="{216C3FEE-F556-44F5-995C-22D2DA257489}" destId="{C25B4D36-FC28-4E29-B935-E17B7FADA8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6C201E-01DD-48F4-BD93-DC44C73DC899}" type="doc">
      <dgm:prSet loTypeId="urn:microsoft.com/office/officeart/2005/8/layout/hList1" loCatId="list" qsTypeId="urn:microsoft.com/office/officeart/2005/8/quickstyle/simple1#1" qsCatId="simple" csTypeId="urn:microsoft.com/office/officeart/2005/8/colors/accent0_3#2" csCatId="mainScheme"/>
      <dgm:spPr/>
      <dgm:t>
        <a:bodyPr/>
        <a:lstStyle/>
        <a:p>
          <a:endParaRPr lang="en-US"/>
        </a:p>
      </dgm:t>
    </dgm:pt>
    <dgm:pt modelId="{7ACF8612-529F-460E-AA4D-C7D0E07E037F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Iterative Memory Generator (Bio.SeqIO):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E33119-98B3-45FC-A47E-AEC6B0448350}" type="parTrans" cxnId="{806A1143-A886-4E63-A4DC-A698DDEDAF0A}">
      <dgm:prSet/>
      <dgm:spPr/>
      <dgm:t>
        <a:bodyPr/>
        <a:lstStyle/>
        <a:p>
          <a:endParaRPr lang="en-US"/>
        </a:p>
      </dgm:t>
    </dgm:pt>
    <dgm:pt modelId="{BE9BE303-C889-4538-800D-8108C2F7F81B}" type="sibTrans" cxnId="{806A1143-A886-4E63-A4DC-A698DDEDAF0A}">
      <dgm:prSet/>
      <dgm:spPr/>
      <dgm:t>
        <a:bodyPr/>
        <a:lstStyle/>
        <a:p>
          <a:endParaRPr lang="en-US"/>
        </a:p>
      </dgm:t>
    </dgm:pt>
    <dgm:pt modelId="{C324BCB9-1857-46D5-ADA4-856E1A4FDD6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Streams FASTA records sequentially without storing unparsed sequences in RAM.</a:t>
          </a:r>
        </a:p>
      </dgm:t>
    </dgm:pt>
    <dgm:pt modelId="{D5FF0B69-F28C-44A1-B9ED-A7D391BE8FF0}" type="parTrans" cxnId="{AB3A8BE4-7D52-4B5B-958A-36AB4FF6FB6D}">
      <dgm:prSet/>
      <dgm:spPr/>
      <dgm:t>
        <a:bodyPr/>
        <a:lstStyle/>
        <a:p>
          <a:endParaRPr lang="en-US"/>
        </a:p>
      </dgm:t>
    </dgm:pt>
    <dgm:pt modelId="{3B4ED508-7E90-4289-85F2-B8FDEA5325B2}" type="sibTrans" cxnId="{AB3A8BE4-7D52-4B5B-958A-36AB4FF6FB6D}">
      <dgm:prSet/>
      <dgm:spPr/>
      <dgm:t>
        <a:bodyPr/>
        <a:lstStyle/>
        <a:p>
          <a:endParaRPr lang="en-US"/>
        </a:p>
      </dgm:t>
    </dgm:pt>
    <dgm:pt modelId="{632CC986-771A-4B85-B378-B34C9BAD1687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Vectorized Hash Lookup (</a:t>
          </a:r>
          <a:r>
            <a:rPr lang="en-US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pandas.Series.map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):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F6131D-78B5-4955-B471-EAB6F6DB9F0D}" type="parTrans" cxnId="{BE85AED6-80CD-4906-B2C6-F5C51E185050}">
      <dgm:prSet/>
      <dgm:spPr/>
      <dgm:t>
        <a:bodyPr/>
        <a:lstStyle/>
        <a:p>
          <a:endParaRPr lang="en-US"/>
        </a:p>
      </dgm:t>
    </dgm:pt>
    <dgm:pt modelId="{166DCB98-996F-4438-A9C4-281B246499B6}" type="sibTrans" cxnId="{BE85AED6-80CD-4906-B2C6-F5C51E185050}">
      <dgm:prSet/>
      <dgm:spPr/>
      <dgm:t>
        <a:bodyPr/>
        <a:lstStyle/>
        <a:p>
          <a:endParaRPr lang="en-US"/>
        </a:p>
      </dgm:t>
    </dgm:pt>
    <dgm:pt modelId="{4257A01F-22CB-45FC-B44D-E52C7404E6E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Replaces slow Python for loops with C-optimized hash table lookups.</a:t>
          </a:r>
        </a:p>
      </dgm:t>
    </dgm:pt>
    <dgm:pt modelId="{067D5794-4AE6-41BB-A202-F036254AA8F1}" type="parTrans" cxnId="{C993B58C-895B-4AC5-938F-0843568BBD9A}">
      <dgm:prSet/>
      <dgm:spPr/>
      <dgm:t>
        <a:bodyPr/>
        <a:lstStyle/>
        <a:p>
          <a:endParaRPr lang="en-US"/>
        </a:p>
      </dgm:t>
    </dgm:pt>
    <dgm:pt modelId="{6D9E9D66-5FE0-459D-9592-2ACF21FA6DD8}" type="sibTrans" cxnId="{C993B58C-895B-4AC5-938F-0843568BBD9A}">
      <dgm:prSet/>
      <dgm:spPr/>
      <dgm:t>
        <a:bodyPr/>
        <a:lstStyle/>
        <a:p>
          <a:endParaRPr lang="en-US"/>
        </a:p>
      </dgm:t>
    </dgm:pt>
    <dgm:pt modelId="{62A4A0A1-984E-411D-B605-B1AEEDA64C2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Instantaneously maps thousands of protein accession IDs to locus tags.</a:t>
          </a:r>
        </a:p>
      </dgm:t>
    </dgm:pt>
    <dgm:pt modelId="{BB7E1778-217F-42AD-91CF-8D976762E2C6}" type="parTrans" cxnId="{7BAFE298-E706-4FA2-84F9-BC284C576509}">
      <dgm:prSet/>
      <dgm:spPr/>
      <dgm:t>
        <a:bodyPr/>
        <a:lstStyle/>
        <a:p>
          <a:endParaRPr lang="en-US"/>
        </a:p>
      </dgm:t>
    </dgm:pt>
    <dgm:pt modelId="{0EDA8671-F484-4817-9146-1DEC5BB29E2D}" type="sibTrans" cxnId="{7BAFE298-E706-4FA2-84F9-BC284C576509}">
      <dgm:prSet/>
      <dgm:spPr/>
      <dgm:t>
        <a:bodyPr/>
        <a:lstStyle/>
        <a:p>
          <a:endParaRPr lang="en-US"/>
        </a:p>
      </dgm:t>
    </dgm:pt>
    <dgm:pt modelId="{66E4532F-0EFD-40A0-BD1A-47D910B34DC4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Dynamic Column Auto-Detection: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C352BA-30A5-4C35-9594-884C00417693}" type="parTrans" cxnId="{7D0D832F-03DE-4543-83DD-45A8FD1EEA41}">
      <dgm:prSet/>
      <dgm:spPr/>
      <dgm:t>
        <a:bodyPr/>
        <a:lstStyle/>
        <a:p>
          <a:endParaRPr lang="en-US"/>
        </a:p>
      </dgm:t>
    </dgm:pt>
    <dgm:pt modelId="{F846EBF4-62FD-40B4-A833-C39DEF0404EF}" type="sibTrans" cxnId="{7D0D832F-03DE-4543-83DD-45A8FD1EEA41}">
      <dgm:prSet/>
      <dgm:spPr/>
      <dgm:t>
        <a:bodyPr/>
        <a:lstStyle/>
        <a:p>
          <a:endParaRPr lang="en-US"/>
        </a:p>
      </dgm:t>
    </dgm:pt>
    <dgm:pt modelId="{6D98194F-6801-4A43-9E70-38ADD5E073C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Case-insensitive candidate searching resolves header naming inconsistencies automatically.</a:t>
          </a:r>
        </a:p>
      </dgm:t>
    </dgm:pt>
    <dgm:pt modelId="{2A6DE8EA-8C28-4DE2-A615-0279EDFCCCB4}" type="parTrans" cxnId="{EE4F0491-E644-489D-B73B-C86D38A2EDBF}">
      <dgm:prSet/>
      <dgm:spPr/>
      <dgm:t>
        <a:bodyPr/>
        <a:lstStyle/>
        <a:p>
          <a:endParaRPr lang="en-US"/>
        </a:p>
      </dgm:t>
    </dgm:pt>
    <dgm:pt modelId="{A8D51440-1643-4269-8465-B21AA1EE8AEE}" type="sibTrans" cxnId="{EE4F0491-E644-489D-B73B-C86D38A2EDBF}">
      <dgm:prSet/>
      <dgm:spPr/>
      <dgm:t>
        <a:bodyPr/>
        <a:lstStyle/>
        <a:p>
          <a:endParaRPr lang="en-US"/>
        </a:p>
      </dgm:t>
    </dgm:pt>
    <dgm:pt modelId="{21AD73C9-CEFC-4837-AC3B-29CED297966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Keeps memory utilization constant regardless of proteome size.</a:t>
          </a:r>
        </a:p>
      </dgm:t>
    </dgm:pt>
    <dgm:pt modelId="{B4B74C35-BF52-4D56-88AF-4D908767A727}" type="parTrans" cxnId="{171C3250-85B0-43BC-AE21-EAD8A552B62A}">
      <dgm:prSet/>
      <dgm:spPr/>
      <dgm:t>
        <a:bodyPr/>
        <a:lstStyle/>
        <a:p>
          <a:endParaRPr lang="en-US"/>
        </a:p>
      </dgm:t>
    </dgm:pt>
    <dgm:pt modelId="{FA4686A4-840F-4056-B64C-3CE5BF6652FC}" type="sibTrans" cxnId="{171C3250-85B0-43BC-AE21-EAD8A552B62A}">
      <dgm:prSet/>
      <dgm:spPr/>
      <dgm:t>
        <a:bodyPr/>
        <a:lstStyle/>
        <a:p>
          <a:endParaRPr lang="en-US"/>
        </a:p>
      </dgm:t>
    </dgm:pt>
    <dgm:pt modelId="{8BF267ED-646A-4FAB-96FE-93A29B1AA9BA}" type="pres">
      <dgm:prSet presAssocID="{5D6C201E-01DD-48F4-BD93-DC44C73DC899}" presName="Name0" presStyleCnt="0">
        <dgm:presLayoutVars>
          <dgm:dir/>
          <dgm:animLvl val="lvl"/>
          <dgm:resizeHandles val="exact"/>
        </dgm:presLayoutVars>
      </dgm:prSet>
      <dgm:spPr/>
    </dgm:pt>
    <dgm:pt modelId="{671284FF-4771-4552-BCB3-55DE030921A7}" type="pres">
      <dgm:prSet presAssocID="{7ACF8612-529F-460E-AA4D-C7D0E07E037F}" presName="composite" presStyleCnt="0"/>
      <dgm:spPr/>
    </dgm:pt>
    <dgm:pt modelId="{C68ABB9F-2650-42A8-A78D-08C7349E6CA5}" type="pres">
      <dgm:prSet presAssocID="{7ACF8612-529F-460E-AA4D-C7D0E07E037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7B04595-192E-4263-A611-90A2BF87C5E5}" type="pres">
      <dgm:prSet presAssocID="{7ACF8612-529F-460E-AA4D-C7D0E07E037F}" presName="desTx" presStyleLbl="alignAccFollowNode1" presStyleIdx="0" presStyleCnt="3">
        <dgm:presLayoutVars>
          <dgm:bulletEnabled val="1"/>
        </dgm:presLayoutVars>
      </dgm:prSet>
      <dgm:spPr/>
    </dgm:pt>
    <dgm:pt modelId="{40CAEDA9-152F-4FED-9471-C50495DA55D8}" type="pres">
      <dgm:prSet presAssocID="{BE9BE303-C889-4538-800D-8108C2F7F81B}" presName="space" presStyleCnt="0"/>
      <dgm:spPr/>
    </dgm:pt>
    <dgm:pt modelId="{9344770B-BF5A-4BAE-81AC-F6FA4C710824}" type="pres">
      <dgm:prSet presAssocID="{632CC986-771A-4B85-B378-B34C9BAD1687}" presName="composite" presStyleCnt="0"/>
      <dgm:spPr/>
    </dgm:pt>
    <dgm:pt modelId="{70B29D86-82B1-421B-92FF-46AF66413DCB}" type="pres">
      <dgm:prSet presAssocID="{632CC986-771A-4B85-B378-B34C9BAD168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31E6391-2FC9-4231-814D-8C11F73210BB}" type="pres">
      <dgm:prSet presAssocID="{632CC986-771A-4B85-B378-B34C9BAD1687}" presName="desTx" presStyleLbl="alignAccFollowNode1" presStyleIdx="1" presStyleCnt="3">
        <dgm:presLayoutVars>
          <dgm:bulletEnabled val="1"/>
        </dgm:presLayoutVars>
      </dgm:prSet>
      <dgm:spPr/>
    </dgm:pt>
    <dgm:pt modelId="{AA32673B-1ED2-4EA4-8D07-23EF859212D0}" type="pres">
      <dgm:prSet presAssocID="{166DCB98-996F-4438-A9C4-281B246499B6}" presName="space" presStyleCnt="0"/>
      <dgm:spPr/>
    </dgm:pt>
    <dgm:pt modelId="{878F2CA3-F89F-4573-A5F7-1A9D6B49A2D3}" type="pres">
      <dgm:prSet presAssocID="{66E4532F-0EFD-40A0-BD1A-47D910B34DC4}" presName="composite" presStyleCnt="0"/>
      <dgm:spPr/>
    </dgm:pt>
    <dgm:pt modelId="{85DB3344-004A-45D5-B00D-5B4B0E54B953}" type="pres">
      <dgm:prSet presAssocID="{66E4532F-0EFD-40A0-BD1A-47D910B34DC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829F6B9-F2D1-41DD-BE0E-4D2E433830C9}" type="pres">
      <dgm:prSet presAssocID="{66E4532F-0EFD-40A0-BD1A-47D910B34DC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3FCF60B-B918-4F9A-A378-2079538B77B0}" type="presOf" srcId="{C324BCB9-1857-46D5-ADA4-856E1A4FDD60}" destId="{37B04595-192E-4263-A611-90A2BF87C5E5}" srcOrd="0" destOrd="0" presId="urn:microsoft.com/office/officeart/2005/8/layout/hList1"/>
    <dgm:cxn modelId="{72DB9D1B-4C2E-4FF3-86DE-1C66E706529E}" type="presOf" srcId="{632CC986-771A-4B85-B378-B34C9BAD1687}" destId="{70B29D86-82B1-421B-92FF-46AF66413DCB}" srcOrd="0" destOrd="0" presId="urn:microsoft.com/office/officeart/2005/8/layout/hList1"/>
    <dgm:cxn modelId="{C297042B-0252-4A76-B325-B64799ED3447}" type="presOf" srcId="{66E4532F-0EFD-40A0-BD1A-47D910B34DC4}" destId="{85DB3344-004A-45D5-B00D-5B4B0E54B953}" srcOrd="0" destOrd="0" presId="urn:microsoft.com/office/officeart/2005/8/layout/hList1"/>
    <dgm:cxn modelId="{7D0D832F-03DE-4543-83DD-45A8FD1EEA41}" srcId="{5D6C201E-01DD-48F4-BD93-DC44C73DC899}" destId="{66E4532F-0EFD-40A0-BD1A-47D910B34DC4}" srcOrd="2" destOrd="0" parTransId="{29C352BA-30A5-4C35-9594-884C00417693}" sibTransId="{F846EBF4-62FD-40B4-A833-C39DEF0404EF}"/>
    <dgm:cxn modelId="{806A1143-A886-4E63-A4DC-A698DDEDAF0A}" srcId="{5D6C201E-01DD-48F4-BD93-DC44C73DC899}" destId="{7ACF8612-529F-460E-AA4D-C7D0E07E037F}" srcOrd="0" destOrd="0" parTransId="{46E33119-98B3-45FC-A47E-AEC6B0448350}" sibTransId="{BE9BE303-C889-4538-800D-8108C2F7F81B}"/>
    <dgm:cxn modelId="{9CA41844-42E1-43B5-8747-5FB807C16FC2}" type="presOf" srcId="{4257A01F-22CB-45FC-B44D-E52C7404E6EA}" destId="{731E6391-2FC9-4231-814D-8C11F73210BB}" srcOrd="0" destOrd="0" presId="urn:microsoft.com/office/officeart/2005/8/layout/hList1"/>
    <dgm:cxn modelId="{171C3250-85B0-43BC-AE21-EAD8A552B62A}" srcId="{7ACF8612-529F-460E-AA4D-C7D0E07E037F}" destId="{21AD73C9-CEFC-4837-AC3B-29CED297966C}" srcOrd="1" destOrd="0" parTransId="{B4B74C35-BF52-4D56-88AF-4D908767A727}" sibTransId="{FA4686A4-840F-4056-B64C-3CE5BF6652FC}"/>
    <dgm:cxn modelId="{C993B58C-895B-4AC5-938F-0843568BBD9A}" srcId="{632CC986-771A-4B85-B378-B34C9BAD1687}" destId="{4257A01F-22CB-45FC-B44D-E52C7404E6EA}" srcOrd="0" destOrd="0" parTransId="{067D5794-4AE6-41BB-A202-F036254AA8F1}" sibTransId="{6D9E9D66-5FE0-459D-9592-2ACF21FA6DD8}"/>
    <dgm:cxn modelId="{EE4F0491-E644-489D-B73B-C86D38A2EDBF}" srcId="{66E4532F-0EFD-40A0-BD1A-47D910B34DC4}" destId="{6D98194F-6801-4A43-9E70-38ADD5E073C4}" srcOrd="0" destOrd="0" parTransId="{2A6DE8EA-8C28-4DE2-A615-0279EDFCCCB4}" sibTransId="{A8D51440-1643-4269-8465-B21AA1EE8AEE}"/>
    <dgm:cxn modelId="{7BAFE298-E706-4FA2-84F9-BC284C576509}" srcId="{632CC986-771A-4B85-B378-B34C9BAD1687}" destId="{62A4A0A1-984E-411D-B605-B1AEEDA64C28}" srcOrd="1" destOrd="0" parTransId="{BB7E1778-217F-42AD-91CF-8D976762E2C6}" sibTransId="{0EDA8671-F484-4817-9146-1DEC5BB29E2D}"/>
    <dgm:cxn modelId="{ECD197AD-11F9-4FA5-8F38-4366FA936D26}" type="presOf" srcId="{21AD73C9-CEFC-4837-AC3B-29CED297966C}" destId="{37B04595-192E-4263-A611-90A2BF87C5E5}" srcOrd="0" destOrd="1" presId="urn:microsoft.com/office/officeart/2005/8/layout/hList1"/>
    <dgm:cxn modelId="{BE85AED6-80CD-4906-B2C6-F5C51E185050}" srcId="{5D6C201E-01DD-48F4-BD93-DC44C73DC899}" destId="{632CC986-771A-4B85-B378-B34C9BAD1687}" srcOrd="1" destOrd="0" parTransId="{66F6131D-78B5-4955-B471-EAB6F6DB9F0D}" sibTransId="{166DCB98-996F-4438-A9C4-281B246499B6}"/>
    <dgm:cxn modelId="{AB3A8BE4-7D52-4B5B-958A-36AB4FF6FB6D}" srcId="{7ACF8612-529F-460E-AA4D-C7D0E07E037F}" destId="{C324BCB9-1857-46D5-ADA4-856E1A4FDD60}" srcOrd="0" destOrd="0" parTransId="{D5FF0B69-F28C-44A1-B9ED-A7D391BE8FF0}" sibTransId="{3B4ED508-7E90-4289-85F2-B8FDEA5325B2}"/>
    <dgm:cxn modelId="{FBC30FE8-E39F-4C6A-A646-D21F5AB8B220}" type="presOf" srcId="{62A4A0A1-984E-411D-B605-B1AEEDA64C28}" destId="{731E6391-2FC9-4231-814D-8C11F73210BB}" srcOrd="0" destOrd="1" presId="urn:microsoft.com/office/officeart/2005/8/layout/hList1"/>
    <dgm:cxn modelId="{F5A51FEA-31E6-4431-AC2D-FA209D9CE881}" type="presOf" srcId="{7ACF8612-529F-460E-AA4D-C7D0E07E037F}" destId="{C68ABB9F-2650-42A8-A78D-08C7349E6CA5}" srcOrd="0" destOrd="0" presId="urn:microsoft.com/office/officeart/2005/8/layout/hList1"/>
    <dgm:cxn modelId="{F9BEADEB-0967-4C99-A464-488DA563A8A2}" type="presOf" srcId="{5D6C201E-01DD-48F4-BD93-DC44C73DC899}" destId="{8BF267ED-646A-4FAB-96FE-93A29B1AA9BA}" srcOrd="0" destOrd="0" presId="urn:microsoft.com/office/officeart/2005/8/layout/hList1"/>
    <dgm:cxn modelId="{C1C40DFB-D458-4FF5-BD1F-E3E9006E4157}" type="presOf" srcId="{6D98194F-6801-4A43-9E70-38ADD5E073C4}" destId="{6829F6B9-F2D1-41DD-BE0E-4D2E433830C9}" srcOrd="0" destOrd="0" presId="urn:microsoft.com/office/officeart/2005/8/layout/hList1"/>
    <dgm:cxn modelId="{040398BB-089E-4542-9DE6-EB36B4BCC8B7}" type="presParOf" srcId="{8BF267ED-646A-4FAB-96FE-93A29B1AA9BA}" destId="{671284FF-4771-4552-BCB3-55DE030921A7}" srcOrd="0" destOrd="0" presId="urn:microsoft.com/office/officeart/2005/8/layout/hList1"/>
    <dgm:cxn modelId="{42BEB0CE-04D5-4D63-847F-00A0DFBF7353}" type="presParOf" srcId="{671284FF-4771-4552-BCB3-55DE030921A7}" destId="{C68ABB9F-2650-42A8-A78D-08C7349E6CA5}" srcOrd="0" destOrd="0" presId="urn:microsoft.com/office/officeart/2005/8/layout/hList1"/>
    <dgm:cxn modelId="{D2A5F4D5-6427-46A4-981F-ADB89D7D56F0}" type="presParOf" srcId="{671284FF-4771-4552-BCB3-55DE030921A7}" destId="{37B04595-192E-4263-A611-90A2BF87C5E5}" srcOrd="1" destOrd="0" presId="urn:microsoft.com/office/officeart/2005/8/layout/hList1"/>
    <dgm:cxn modelId="{7DFF9F19-BFBF-421F-AA14-E2E35CDCDB82}" type="presParOf" srcId="{8BF267ED-646A-4FAB-96FE-93A29B1AA9BA}" destId="{40CAEDA9-152F-4FED-9471-C50495DA55D8}" srcOrd="1" destOrd="0" presId="urn:microsoft.com/office/officeart/2005/8/layout/hList1"/>
    <dgm:cxn modelId="{4E11548B-ABBA-40D6-BB9F-9CBE143DBFBF}" type="presParOf" srcId="{8BF267ED-646A-4FAB-96FE-93A29B1AA9BA}" destId="{9344770B-BF5A-4BAE-81AC-F6FA4C710824}" srcOrd="2" destOrd="0" presId="urn:microsoft.com/office/officeart/2005/8/layout/hList1"/>
    <dgm:cxn modelId="{291FFA05-CB29-42D3-A714-D0F1915E6DB0}" type="presParOf" srcId="{9344770B-BF5A-4BAE-81AC-F6FA4C710824}" destId="{70B29D86-82B1-421B-92FF-46AF66413DCB}" srcOrd="0" destOrd="0" presId="urn:microsoft.com/office/officeart/2005/8/layout/hList1"/>
    <dgm:cxn modelId="{D01C2391-E298-41D8-BBA2-E095C9281E30}" type="presParOf" srcId="{9344770B-BF5A-4BAE-81AC-F6FA4C710824}" destId="{731E6391-2FC9-4231-814D-8C11F73210BB}" srcOrd="1" destOrd="0" presId="urn:microsoft.com/office/officeart/2005/8/layout/hList1"/>
    <dgm:cxn modelId="{4C591771-3664-468A-BC6F-F27E449D7AF3}" type="presParOf" srcId="{8BF267ED-646A-4FAB-96FE-93A29B1AA9BA}" destId="{AA32673B-1ED2-4EA4-8D07-23EF859212D0}" srcOrd="3" destOrd="0" presId="urn:microsoft.com/office/officeart/2005/8/layout/hList1"/>
    <dgm:cxn modelId="{DE8C8E45-12A2-440E-BB95-245AA881D8DE}" type="presParOf" srcId="{8BF267ED-646A-4FAB-96FE-93A29B1AA9BA}" destId="{878F2CA3-F89F-4573-A5F7-1A9D6B49A2D3}" srcOrd="4" destOrd="0" presId="urn:microsoft.com/office/officeart/2005/8/layout/hList1"/>
    <dgm:cxn modelId="{BF0DAC40-0889-452D-A25D-E711C64C7B09}" type="presParOf" srcId="{878F2CA3-F89F-4573-A5F7-1A9D6B49A2D3}" destId="{85DB3344-004A-45D5-B00D-5B4B0E54B953}" srcOrd="0" destOrd="0" presId="urn:microsoft.com/office/officeart/2005/8/layout/hList1"/>
    <dgm:cxn modelId="{4164B272-1E4A-4D52-AA92-A76364756CAF}" type="presParOf" srcId="{878F2CA3-F89F-4573-A5F7-1A9D6B49A2D3}" destId="{6829F6B9-F2D1-41DD-BE0E-4D2E433830C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D5B15E-A744-4A36-8B63-7C8BF392DD55}">
      <dsp:nvSpPr>
        <dsp:cNvPr id="0" name=""/>
        <dsp:cNvSpPr/>
      </dsp:nvSpPr>
      <dsp:spPr>
        <a:xfrm rot="5400000">
          <a:off x="7099675" y="-2908055"/>
          <a:ext cx="1105638" cy="720234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Simple summation of free amino acids overestimates total weight by ignoring peptide bond condensation reactions.</a:t>
          </a:r>
        </a:p>
      </dsp:txBody>
      <dsp:txXfrm rot="-5400000">
        <a:off x="4051321" y="194272"/>
        <a:ext cx="7148374" cy="997692"/>
      </dsp:txXfrm>
    </dsp:sp>
    <dsp:sp modelId="{0323773D-413B-49D1-86D2-D882AB5FCDB2}">
      <dsp:nvSpPr>
        <dsp:cNvPr id="0" name=""/>
        <dsp:cNvSpPr/>
      </dsp:nvSpPr>
      <dsp:spPr>
        <a:xfrm>
          <a:off x="0" y="2094"/>
          <a:ext cx="4051320" cy="138204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Challenge 1: Naïve Mass Summation Errors</a:t>
          </a:r>
          <a:endParaRPr lang="en-US" sz="2700" kern="1200"/>
        </a:p>
      </dsp:txBody>
      <dsp:txXfrm>
        <a:off x="67466" y="69560"/>
        <a:ext cx="3916388" cy="1247115"/>
      </dsp:txXfrm>
    </dsp:sp>
    <dsp:sp modelId="{DB562BBE-7228-458E-A375-EA512D864369}">
      <dsp:nvSpPr>
        <dsp:cNvPr id="0" name=""/>
        <dsp:cNvSpPr/>
      </dsp:nvSpPr>
      <dsp:spPr>
        <a:xfrm rot="5400000">
          <a:off x="7099675" y="-1456905"/>
          <a:ext cx="1105638" cy="720234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Loading multi-megabyte sequence files entirely into system memory causes performance degradation or memory crashes.</a:t>
          </a:r>
        </a:p>
      </dsp:txBody>
      <dsp:txXfrm rot="-5400000">
        <a:off x="4051321" y="1645422"/>
        <a:ext cx="7148374" cy="997692"/>
      </dsp:txXfrm>
    </dsp:sp>
    <dsp:sp modelId="{F6DCE503-A11E-47F6-8370-F508C7F73D14}">
      <dsp:nvSpPr>
        <dsp:cNvPr id="0" name=""/>
        <dsp:cNvSpPr/>
      </dsp:nvSpPr>
      <dsp:spPr>
        <a:xfrm>
          <a:off x="0" y="1453244"/>
          <a:ext cx="4051320" cy="138204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Challenge 2: Memory Exhaustion on Large Datasets</a:t>
          </a:r>
          <a:endParaRPr lang="en-US" sz="2700" kern="1200"/>
        </a:p>
      </dsp:txBody>
      <dsp:txXfrm>
        <a:off x="67466" y="1520710"/>
        <a:ext cx="3916388" cy="1247115"/>
      </dsp:txXfrm>
    </dsp:sp>
    <dsp:sp modelId="{98D9D6E7-E2D7-4485-97F9-7BAC1411CB4C}">
      <dsp:nvSpPr>
        <dsp:cNvPr id="0" name=""/>
        <dsp:cNvSpPr/>
      </dsp:nvSpPr>
      <dsp:spPr>
        <a:xfrm rot="5400000">
          <a:off x="7099675" y="-5755"/>
          <a:ext cx="1105638" cy="720234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Public databases frequently shift header names between legacy .ptt files, .csv, and modern _feature_table.txt formats (e.g., locus_tag vs. Synonym vs. Locus Tag).</a:t>
          </a:r>
        </a:p>
      </dsp:txBody>
      <dsp:txXfrm rot="-5400000">
        <a:off x="4051321" y="3096573"/>
        <a:ext cx="7148374" cy="997692"/>
      </dsp:txXfrm>
    </dsp:sp>
    <dsp:sp modelId="{1DD44F4D-2081-473A-BC5B-B1B38E9D05D9}">
      <dsp:nvSpPr>
        <dsp:cNvPr id="0" name=""/>
        <dsp:cNvSpPr/>
      </dsp:nvSpPr>
      <dsp:spPr>
        <a:xfrm>
          <a:off x="0" y="2904394"/>
          <a:ext cx="4051320" cy="138204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Challenge 3: Heterogeneous NCBI File Formats</a:t>
          </a:r>
          <a:endParaRPr lang="en-US" sz="2700" kern="1200"/>
        </a:p>
      </dsp:txBody>
      <dsp:txXfrm>
        <a:off x="67466" y="2971860"/>
        <a:ext cx="3916388" cy="12471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4C62C6-4E34-4BB8-B7BE-E919492F7DB7}">
      <dsp:nvSpPr>
        <dsp:cNvPr id="0" name=""/>
        <dsp:cNvSpPr/>
      </dsp:nvSpPr>
      <dsp:spPr>
        <a:xfrm>
          <a:off x="0" y="0"/>
          <a:ext cx="11253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1B1E15B-FA0B-4591-AEF9-CAC081A3F709}">
      <dsp:nvSpPr>
        <dsp:cNvPr id="0" name=""/>
        <dsp:cNvSpPr/>
      </dsp:nvSpPr>
      <dsp:spPr>
        <a:xfrm>
          <a:off x="0" y="0"/>
          <a:ext cx="11253668" cy="1072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Biochemical Accuracy:</a:t>
          </a: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Implement the exact stoichiometric condensation equation with sequence sanitization.</a:t>
          </a:r>
        </a:p>
      </dsp:txBody>
      <dsp:txXfrm>
        <a:off x="0" y="0"/>
        <a:ext cx="11253668" cy="1072134"/>
      </dsp:txXfrm>
    </dsp:sp>
    <dsp:sp modelId="{14C048AE-E29A-4438-AA1D-6FF856129C40}">
      <dsp:nvSpPr>
        <dsp:cNvPr id="0" name=""/>
        <dsp:cNvSpPr/>
      </dsp:nvSpPr>
      <dsp:spPr>
        <a:xfrm>
          <a:off x="0" y="1072133"/>
          <a:ext cx="11253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2ECAAB9-6A3D-4A62-A342-40F1894C1835}">
      <dsp:nvSpPr>
        <dsp:cNvPr id="0" name=""/>
        <dsp:cNvSpPr/>
      </dsp:nvSpPr>
      <dsp:spPr>
        <a:xfrm>
          <a:off x="0" y="1072134"/>
          <a:ext cx="11253668" cy="1072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High-Throughput Performance:</a:t>
          </a: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Process complete reference proteomes in under 3 seconds using generator-based streaming.</a:t>
          </a:r>
        </a:p>
      </dsp:txBody>
      <dsp:txXfrm>
        <a:off x="0" y="1072134"/>
        <a:ext cx="11253668" cy="1072134"/>
      </dsp:txXfrm>
    </dsp:sp>
    <dsp:sp modelId="{DDDBE002-B658-40B4-B4C9-17671D1C098B}">
      <dsp:nvSpPr>
        <dsp:cNvPr id="0" name=""/>
        <dsp:cNvSpPr/>
      </dsp:nvSpPr>
      <dsp:spPr>
        <a:xfrm>
          <a:off x="0" y="2144267"/>
          <a:ext cx="11253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4925555-498A-4BAF-9635-4846D0A89163}">
      <dsp:nvSpPr>
        <dsp:cNvPr id="0" name=""/>
        <dsp:cNvSpPr/>
      </dsp:nvSpPr>
      <dsp:spPr>
        <a:xfrm>
          <a:off x="0" y="2144268"/>
          <a:ext cx="11253668" cy="1072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Dynamic Format Resolution:</a:t>
          </a: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Auto-detect delimiters and column headers across varying NCBI annotation tables.</a:t>
          </a:r>
        </a:p>
      </dsp:txBody>
      <dsp:txXfrm>
        <a:off x="0" y="2144268"/>
        <a:ext cx="11253668" cy="1072134"/>
      </dsp:txXfrm>
    </dsp:sp>
    <dsp:sp modelId="{A4F4CEAC-28D5-4D09-9AFE-0F826F702EB1}">
      <dsp:nvSpPr>
        <dsp:cNvPr id="0" name=""/>
        <dsp:cNvSpPr/>
      </dsp:nvSpPr>
      <dsp:spPr>
        <a:xfrm>
          <a:off x="0" y="3216402"/>
          <a:ext cx="112536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9D2E94-5312-4BB9-95E8-9905B55D8490}">
      <dsp:nvSpPr>
        <dsp:cNvPr id="0" name=""/>
        <dsp:cNvSpPr/>
      </dsp:nvSpPr>
      <dsp:spPr>
        <a:xfrm>
          <a:off x="0" y="3216402"/>
          <a:ext cx="11253668" cy="1072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Clean Output:</a:t>
          </a: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Export a standardized two-column CSV (</a:t>
          </a:r>
          <a:r>
            <a:rPr lang="en-US" sz="31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locus_tag</a:t>
          </a:r>
          <a:r>
            <a:rPr lang="en-US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, </a:t>
          </a:r>
          <a:r>
            <a:rPr lang="en-US" sz="31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Molecular_Weight_Da</a:t>
          </a:r>
          <a:r>
            <a:rPr lang="en-US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) ready for downstream pipeline ingestion</a:t>
          </a: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0" y="3216402"/>
        <a:ext cx="11253668" cy="10721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ABB9F-2650-42A8-A78D-08C7349E6CA5}">
      <dsp:nvSpPr>
        <dsp:cNvPr id="0" name=""/>
        <dsp:cNvSpPr/>
      </dsp:nvSpPr>
      <dsp:spPr>
        <a:xfrm>
          <a:off x="3516" y="357616"/>
          <a:ext cx="3428851" cy="79536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Iterative Memory Generator (Bio.SeqIO):</a:t>
          </a:r>
          <a:endParaRPr lang="en-US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16" y="357616"/>
        <a:ext cx="3428851" cy="795363"/>
      </dsp:txXfrm>
    </dsp:sp>
    <dsp:sp modelId="{37B04595-192E-4263-A611-90A2BF87C5E5}">
      <dsp:nvSpPr>
        <dsp:cNvPr id="0" name=""/>
        <dsp:cNvSpPr/>
      </dsp:nvSpPr>
      <dsp:spPr>
        <a:xfrm>
          <a:off x="3516" y="1152979"/>
          <a:ext cx="3428851" cy="277793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Streams FASTA records sequentially without storing unparsed sequences in RAM.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Keeps memory utilization constant regardless of proteome size.</a:t>
          </a:r>
        </a:p>
      </dsp:txBody>
      <dsp:txXfrm>
        <a:off x="3516" y="1152979"/>
        <a:ext cx="3428851" cy="2777939"/>
      </dsp:txXfrm>
    </dsp:sp>
    <dsp:sp modelId="{70B29D86-82B1-421B-92FF-46AF66413DCB}">
      <dsp:nvSpPr>
        <dsp:cNvPr id="0" name=""/>
        <dsp:cNvSpPr/>
      </dsp:nvSpPr>
      <dsp:spPr>
        <a:xfrm>
          <a:off x="3912408" y="357616"/>
          <a:ext cx="3428851" cy="79536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Vectorized Hash Lookup (</a:t>
          </a:r>
          <a:r>
            <a:rPr lang="en-US" sz="23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pandas.Series.map</a:t>
          </a: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):</a:t>
          </a:r>
          <a:endParaRPr lang="en-US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12408" y="357616"/>
        <a:ext cx="3428851" cy="795363"/>
      </dsp:txXfrm>
    </dsp:sp>
    <dsp:sp modelId="{731E6391-2FC9-4231-814D-8C11F73210BB}">
      <dsp:nvSpPr>
        <dsp:cNvPr id="0" name=""/>
        <dsp:cNvSpPr/>
      </dsp:nvSpPr>
      <dsp:spPr>
        <a:xfrm>
          <a:off x="3912408" y="1152979"/>
          <a:ext cx="3428851" cy="277793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Replaces slow Python for loops with C-optimized hash table lookups.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Instantaneously maps thousands of protein accession IDs to locus tags.</a:t>
          </a:r>
        </a:p>
      </dsp:txBody>
      <dsp:txXfrm>
        <a:off x="3912408" y="1152979"/>
        <a:ext cx="3428851" cy="2777939"/>
      </dsp:txXfrm>
    </dsp:sp>
    <dsp:sp modelId="{85DB3344-004A-45D5-B00D-5B4B0E54B953}">
      <dsp:nvSpPr>
        <dsp:cNvPr id="0" name=""/>
        <dsp:cNvSpPr/>
      </dsp:nvSpPr>
      <dsp:spPr>
        <a:xfrm>
          <a:off x="7821299" y="357616"/>
          <a:ext cx="3428851" cy="79536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Dynamic Column Auto-Detection:</a:t>
          </a:r>
          <a:endParaRPr lang="en-US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821299" y="357616"/>
        <a:ext cx="3428851" cy="795363"/>
      </dsp:txXfrm>
    </dsp:sp>
    <dsp:sp modelId="{6829F6B9-F2D1-41DD-BE0E-4D2E433830C9}">
      <dsp:nvSpPr>
        <dsp:cNvPr id="0" name=""/>
        <dsp:cNvSpPr/>
      </dsp:nvSpPr>
      <dsp:spPr>
        <a:xfrm>
          <a:off x="7821299" y="1152979"/>
          <a:ext cx="3428851" cy="277793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Case-insensitive candidate searching resolves header naming inconsistencies automatically.</a:t>
          </a:r>
        </a:p>
      </dsp:txBody>
      <dsp:txXfrm>
        <a:off x="7821299" y="1152979"/>
        <a:ext cx="3428851" cy="2777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053C37-F14C-A89D-F6AB-0627521BC6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5DD10-3E1D-6790-72A2-7CC5062A33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85047-50A0-4AEE-A9F1-6A10CF539F79}" type="datetime1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7EFF5-C0A2-8967-662A-BFFE01A18B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C3303-F4E1-7F36-745E-E092A282D8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43006-4259-40A7-8AF0-4900F0715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8998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0F1E3A-C8AC-4E7E-A122-9CF7AF1397A1}" type="datetime1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9C930D-EF4A-40F5-96D7-5A587332C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2611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828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27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833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524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51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60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621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93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76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98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726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351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3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623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981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243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9046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147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712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412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01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1839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945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903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13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201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339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599B3CAC-A5AD-4C00-9262-D27A49B96D0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6134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</p:sldLayoutIdLst>
  <p:hf hdr="0" ftr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4B8782-8691-60B2-0302-F1B03A363813}"/>
              </a:ext>
            </a:extLst>
          </p:cNvPr>
          <p:cNvSpPr txBox="1"/>
          <p:nvPr/>
        </p:nvSpPr>
        <p:spPr>
          <a:xfrm>
            <a:off x="3633019" y="2131535"/>
            <a:ext cx="49259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Graduation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5E775-A6CD-D7E4-3F74-C3AE82AD5D5E}"/>
              </a:ext>
            </a:extLst>
          </p:cNvPr>
          <p:cNvSpPr txBox="1"/>
          <p:nvPr/>
        </p:nvSpPr>
        <p:spPr>
          <a:xfrm>
            <a:off x="3633019" y="3263496"/>
            <a:ext cx="49259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EG-CompBio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BCB Diploma SS2026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INTR-CADS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9BB58-4D9F-4D0A-872D-C1D6F9BE6217}"/>
              </a:ext>
            </a:extLst>
          </p:cNvPr>
          <p:cNvSpPr txBox="1"/>
          <p:nvPr/>
        </p:nvSpPr>
        <p:spPr>
          <a:xfrm>
            <a:off x="727587" y="5195676"/>
            <a:ext cx="3283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Omar Khaled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E2917BE-7CE8-B74B-2932-F688FC3F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8A7E2E-8AFA-C7E2-8A2F-045863F7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60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1320C3-C504-491E-8F2A-397A11F3E4CB}"/>
              </a:ext>
            </a:extLst>
          </p:cNvPr>
          <p:cNvSpPr txBox="1"/>
          <p:nvPr/>
        </p:nvSpPr>
        <p:spPr>
          <a:xfrm>
            <a:off x="818043" y="3050185"/>
            <a:ext cx="3961460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900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PyProteoMass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6D73C-9C0F-4E1C-1903-F5076AE94AB1}"/>
              </a:ext>
            </a:extLst>
          </p:cNvPr>
          <p:cNvSpPr txBox="1"/>
          <p:nvPr/>
        </p:nvSpPr>
        <p:spPr>
          <a:xfrm>
            <a:off x="818043" y="4233971"/>
            <a:ext cx="9202994" cy="871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200" b="1" dirty="0">
                <a:solidFill>
                  <a:schemeClr val="tx2"/>
                </a:solidFill>
              </a:rPr>
              <a:t>An Automated Pipeline for Genome-Scale Protein Weight Calculation and Locus Tag Mapping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D7465-C22A-E747-C5AB-2ABE23120D3D}"/>
              </a:ext>
            </a:extLst>
          </p:cNvPr>
          <p:cNvSpPr txBox="1"/>
          <p:nvPr/>
        </p:nvSpPr>
        <p:spPr>
          <a:xfrm>
            <a:off x="818043" y="5288684"/>
            <a:ext cx="9202994" cy="367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b="1" dirty="0">
                <a:solidFill>
                  <a:schemeClr val="tx2"/>
                </a:solidFill>
              </a:rPr>
              <a:t>High-Throughput Proteome Profiling in </a:t>
            </a:r>
            <a:r>
              <a:rPr lang="en-US" sz="1600" b="1" i="1" dirty="0">
                <a:solidFill>
                  <a:schemeClr val="tx2"/>
                </a:solidFill>
              </a:rPr>
              <a:t>Escherichia coli </a:t>
            </a:r>
            <a:r>
              <a:rPr lang="en-US" sz="1600" b="1" dirty="0">
                <a:solidFill>
                  <a:schemeClr val="tx2"/>
                </a:solidFill>
              </a:rPr>
              <a:t>and </a:t>
            </a:r>
            <a:r>
              <a:rPr lang="en-US" sz="1600" b="1" i="1" dirty="0">
                <a:solidFill>
                  <a:schemeClr val="tx2"/>
                </a:solidFill>
              </a:rPr>
              <a:t>Saccharomyces cerevisiae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AD57FC8-A7B1-BD2A-7475-069028B7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749BD-9129-0B72-9879-F05AC4B5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0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B18E-B154-E590-6902-4B54AF88E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anchor="t">
            <a:normAutofit/>
          </a:bodyPr>
          <a:lstStyle/>
          <a:p>
            <a:r>
              <a:rPr lang="en-US" dirty="0"/>
              <a:t>Why Proteome-Wide Mass Profiling Matters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595FAD-756C-E201-48AE-B97C56F680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58384" y="1712099"/>
                <a:ext cx="6440424" cy="3433801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Systemic Proteomics: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Molecular weight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MW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 foundational parameter in gel electrophoresis, mass spectrometry validation, and flux balance analysis.</a:t>
                </a:r>
              </a:p>
              <a:p>
                <a:pPr lvl="0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Scale Problem: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Reference genomes contain thousands of open reading frames (ORFs)—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 coli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4,300+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protein-coding genes, while yeast (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 cerevisiae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has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6,000+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Analytical Bottleneck: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Manual calculation or unoptimized scripts cannot efficiently bridge sequence FASTA files and genomic annotation tables.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595FAD-756C-E201-48AE-B97C56F680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58384" y="1712099"/>
                <a:ext cx="6440424" cy="3433801"/>
              </a:xfrm>
              <a:blipFill>
                <a:blip r:embed="rId2"/>
                <a:stretch>
                  <a:fillRect l="-568" t="-178" r="-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3379D-E304-B0F8-92A1-568430ADB3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EC2A8-7FA8-2D5F-7D4A-4BA7618D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99B3CAC-A5AD-4C00-9262-D27A49B96D0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94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C19A-6B44-2A21-DE06-75F37612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 anchor="b">
            <a:normAutofit/>
          </a:bodyPr>
          <a:lstStyle/>
          <a:p>
            <a:r>
              <a:rPr lang="en-US" dirty="0"/>
              <a:t>Challenges in Genomic Annotation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F0BC4-D3BE-95C4-40F9-91AD715FF5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207982"/>
            <a:ext cx="1921315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8/4/2026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47246-3372-B479-723B-D00A43B3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99B3CAC-A5AD-4C00-9262-D27A49B96D06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D5A6AF4-B1F1-715A-8C9B-B55C33816A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2936982"/>
              </p:ext>
            </p:extLst>
          </p:nvPr>
        </p:nvGraphicFramePr>
        <p:xfrm>
          <a:off x="320559" y="2139696"/>
          <a:ext cx="11253668" cy="4288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387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430D4-8B79-0BE1-FFA2-731CBAAFB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 anchor="b">
            <a:normAutofit/>
          </a:bodyPr>
          <a:lstStyle/>
          <a:p>
            <a:r>
              <a:rPr lang="en-US" dirty="0"/>
              <a:t>Core Goals &amp; System Specifications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7C08C-DE1E-0C1A-657A-61738535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207982"/>
            <a:ext cx="1921315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8/4/2026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7AE6B3-5AED-17AD-0680-428891B1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99B3CAC-A5AD-4C00-9262-D27A49B96D06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9AC4ADA-394C-4ED9-69E2-7C6CC47DC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2973584"/>
              </p:ext>
            </p:extLst>
          </p:nvPr>
        </p:nvGraphicFramePr>
        <p:xfrm>
          <a:off x="320559" y="2139696"/>
          <a:ext cx="11253668" cy="4288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0799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9741-6E41-D8BF-55D9-512055841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66" y="621342"/>
            <a:ext cx="11253668" cy="1106424"/>
          </a:xfrm>
        </p:spPr>
        <p:txBody>
          <a:bodyPr>
            <a:normAutofit/>
          </a:bodyPr>
          <a:lstStyle/>
          <a:p>
            <a:r>
              <a:rPr lang="en-US" dirty="0"/>
              <a:t>PyProteoMass Pipeline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A1B634-363F-93B9-9C76-331BAE39BD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0559" y="2418378"/>
                <a:ext cx="11253668" cy="1710944"/>
              </a:xfrm>
            </p:spPr>
            <p:txBody>
              <a:bodyPr/>
              <a:lstStyle/>
              <a:p>
                <a:pPr lvl="0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 1: Sequence Parsing Engine: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Biopython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SeqIO.parse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() streams records and calculates mass.</a:t>
                </a:r>
              </a:p>
              <a:p>
                <a:pPr lvl="0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 2: Dynamic Header Resolution: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Pandas cleans whitespace and identifies matching protein/locus columns.</a:t>
                </a:r>
              </a:p>
              <a:p>
                <a:pPr lvl="0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 3: Vectorized Mapping &amp; Export: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Hash lookup matches locus tags to calculated weights 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A1B634-363F-93B9-9C76-331BAE39BD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0559" y="2418378"/>
                <a:ext cx="11253668" cy="1710944"/>
              </a:xfrm>
              <a:blipFill>
                <a:blip r:embed="rId2"/>
                <a:stretch>
                  <a:fillRect l="-379" t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9AB55-A01A-F4E1-6D3A-37D2AE324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759E3-3FC8-8AEC-9827-EBCEAC0D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F7B5F-6D15-8FC4-6219-581EBD66E6D5}"/>
              </a:ext>
            </a:extLst>
          </p:cNvPr>
          <p:cNvSpPr txBox="1"/>
          <p:nvPr/>
        </p:nvSpPr>
        <p:spPr>
          <a:xfrm>
            <a:off x="1380473" y="4533988"/>
            <a:ext cx="9133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FASTA (.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]    ---&gt; ( Biopython Generator Stream ) ---&gt; [ Mass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{ID: MW} ]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|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v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Tabular (.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]  ---&gt; ( Dynamic Header Resolver )   ---&gt; [ Vectorized .map() ] ---&gt; [ Final CSV ]</a:t>
            </a:r>
          </a:p>
        </p:txBody>
      </p:sp>
    </p:spTree>
    <p:extLst>
      <p:ext uri="{BB962C8B-B14F-4D97-AF65-F5344CB8AC3E}">
        <p14:creationId xmlns:p14="http://schemas.microsoft.com/office/powerpoint/2010/main" val="1606827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2DC8-B353-5CFF-9007-B1EE1FD1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66" y="621342"/>
            <a:ext cx="11253668" cy="1106424"/>
          </a:xfrm>
        </p:spPr>
        <p:txBody>
          <a:bodyPr>
            <a:normAutofit/>
          </a:bodyPr>
          <a:lstStyle/>
          <a:p>
            <a:r>
              <a:rPr lang="en-US" dirty="0"/>
              <a:t>Calculation &amp; Sequence Cleaning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169BB5-E506-8605-B7F9-3CCE028D6E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9166" y="2487167"/>
                <a:ext cx="11253668" cy="2897067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Condensation Stoichiometry: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MW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protein</m:t>
                          </m:r>
                        </m:sub>
                      </m:sSub>
                      <m:r>
                        <a:rPr lang="en-US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b="0" i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MW</m:t>
                          </m:r>
                        </m:e>
                      </m:nary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AA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𝟎𝟏𝟓</m:t>
                      </m:r>
                      <m:r>
                        <a:rPr lang="en-US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b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Water Loss Correction: Subtracts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𝟎𝟏𝟓</m:t>
                    </m:r>
                    <m:r>
                      <m:rPr>
                        <m:nor/>
                      </m:rPr>
                      <a:rPr lang="en-US" b="0" i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Da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 formed peptide bond 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bonds for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residues).</a:t>
                </a:r>
              </a:p>
              <a:p>
                <a:pPr lvl="0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Cleaning:</a:t>
                </a:r>
              </a:p>
              <a:p>
                <a:pPr lvl="1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Filters non-standard/ambiguous characters (X, B, Z, *).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169BB5-E506-8605-B7F9-3CCE028D6E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166" y="2487167"/>
                <a:ext cx="11253668" cy="2897067"/>
              </a:xfrm>
              <a:blipFill>
                <a:blip r:embed="rId2"/>
                <a:stretch>
                  <a:fillRect l="-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B79E8-39A9-FC9F-81DB-10DE20561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BA32D-BD1E-35A6-9224-F11A36C19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65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F331-C8E9-EA1D-3102-1A153EC6D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66" y="621342"/>
            <a:ext cx="11253668" cy="1106424"/>
          </a:xfrm>
        </p:spPr>
        <p:txBody>
          <a:bodyPr anchor="b">
            <a:normAutofit/>
          </a:bodyPr>
          <a:lstStyle/>
          <a:p>
            <a:r>
              <a:rPr lang="en-US" sz="5600" dirty="0"/>
              <a:t>Memory Efficiency &amp; Vectorized Performance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F7D6B-2B82-5189-6268-3725C35037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207982"/>
            <a:ext cx="1921315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8/4/2026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31026-5269-DF23-A30C-3B1BBED4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99B3CAC-A5AD-4C00-9262-D27A49B96D06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DA4885D-965B-2534-ABB8-EEB8F87893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989881"/>
              </p:ext>
            </p:extLst>
          </p:nvPr>
        </p:nvGraphicFramePr>
        <p:xfrm>
          <a:off x="320559" y="2139696"/>
          <a:ext cx="11253668" cy="4288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490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FBCB5-6ED4-46E1-65C1-70B984966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66" y="621342"/>
            <a:ext cx="11253668" cy="1106424"/>
          </a:xfrm>
        </p:spPr>
        <p:txBody>
          <a:bodyPr>
            <a:normAutofit/>
          </a:bodyPr>
          <a:lstStyle/>
          <a:p>
            <a:r>
              <a:rPr lang="en-US" dirty="0"/>
              <a:t>Validation on </a:t>
            </a:r>
            <a:r>
              <a:rPr lang="en-US" i="1" dirty="0"/>
              <a:t>Escherichia coli</a:t>
            </a:r>
            <a:r>
              <a:rPr lang="en-US" dirty="0"/>
              <a:t> MG1655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BF1AF088-2D11-5889-AD32-949DBC9C80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9384007"/>
                  </p:ext>
                </p:extLst>
              </p:nvPr>
            </p:nvGraphicFramePr>
            <p:xfrm>
              <a:off x="287137" y="2311308"/>
              <a:ext cx="11617726" cy="3106595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5808863">
                      <a:extLst>
                        <a:ext uri="{9D8B030D-6E8A-4147-A177-3AD203B41FA5}">
                          <a16:colId xmlns:a16="http://schemas.microsoft.com/office/drawing/2014/main" val="1792518292"/>
                        </a:ext>
                      </a:extLst>
                    </a:gridCol>
                    <a:gridCol w="5808863">
                      <a:extLst>
                        <a:ext uri="{9D8B030D-6E8A-4147-A177-3AD203B41FA5}">
                          <a16:colId xmlns:a16="http://schemas.microsoft.com/office/drawing/2014/main" val="3585726775"/>
                        </a:ext>
                      </a:extLst>
                    </a:gridCol>
                  </a:tblGrid>
                  <a:tr h="4589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Parameter / Metric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Experimental Value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1629678190"/>
                      </a:ext>
                    </a:extLst>
                  </a:tr>
                  <a:tr h="4589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Organism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Escherichia coli str. K-12 </a:t>
                          </a:r>
                          <a:r>
                            <a:rPr lang="en-US" dirty="0" err="1">
                              <a:effectLst/>
                            </a:rPr>
                            <a:t>substr</a:t>
                          </a:r>
                          <a:r>
                            <a:rPr lang="en-US" dirty="0">
                              <a:effectLst/>
                            </a:rPr>
                            <a:t>. MG1655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3658933310"/>
                      </a:ext>
                    </a:extLst>
                  </a:tr>
                  <a:tr h="4589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Input Files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dirty="0" err="1">
                              <a:effectLst/>
                            </a:rPr>
                            <a:t>Ecoli_genome.faa</a:t>
                          </a:r>
                          <a:r>
                            <a:rPr lang="en-US" dirty="0">
                              <a:effectLst/>
                            </a:rPr>
                            <a:t> &amp; </a:t>
                          </a:r>
                          <a:r>
                            <a:rPr lang="en-US" dirty="0" err="1">
                              <a:effectLst/>
                            </a:rPr>
                            <a:t>Ecoli_Ann.tsv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1054260892"/>
                      </a:ext>
                    </a:extLst>
                  </a:tr>
                  <a:tr h="4589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Proteins Processed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4,300+ coding sequences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851033541"/>
                      </a:ext>
                    </a:extLst>
                  </a:tr>
                  <a:tr h="81195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Total Execution Time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2.8</m:t>
                                </m:r>
                                <m:r>
                                  <m:rPr>
                                    <m:nor/>
                                  </m:rPr>
                                  <a:rPr lang="en-US" i="0"/>
                                  <m:t> seconds</m:t>
                                </m:r>
                              </m:oMath>
                            </m:oMathPara>
                          </a14:m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2252210053"/>
                      </a:ext>
                    </a:extLst>
                  </a:tr>
                  <a:tr h="4589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Mapping Accuracy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dirty="0">
                              <a:effectLst/>
                            </a:rPr>
                            <a:t>matched locus tags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7393143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BF1AF088-2D11-5889-AD32-949DBC9C80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9384007"/>
                  </p:ext>
                </p:extLst>
              </p:nvPr>
            </p:nvGraphicFramePr>
            <p:xfrm>
              <a:off x="287137" y="2311308"/>
              <a:ext cx="11617726" cy="3106595"/>
            </p:xfrm>
            <a:graphic>
              <a:graphicData uri="http://schemas.openxmlformats.org/drawingml/2006/table">
                <a:tbl>
                  <a:tblPr firstRow="1" bandRow="1">
                    <a:tableStyleId>{E8B1032C-EA38-4F05-BA0D-38AFFFC7BED3}</a:tableStyleId>
                  </a:tblPr>
                  <a:tblGrid>
                    <a:gridCol w="5808863">
                      <a:extLst>
                        <a:ext uri="{9D8B030D-6E8A-4147-A177-3AD203B41FA5}">
                          <a16:colId xmlns:a16="http://schemas.microsoft.com/office/drawing/2014/main" val="1792518292"/>
                        </a:ext>
                      </a:extLst>
                    </a:gridCol>
                    <a:gridCol w="5808863">
                      <a:extLst>
                        <a:ext uri="{9D8B030D-6E8A-4147-A177-3AD203B41FA5}">
                          <a16:colId xmlns:a16="http://schemas.microsoft.com/office/drawing/2014/main" val="3585726775"/>
                        </a:ext>
                      </a:extLst>
                    </a:gridCol>
                  </a:tblGrid>
                  <a:tr h="4589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Parameter / Metric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Experimental Value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1629678190"/>
                      </a:ext>
                    </a:extLst>
                  </a:tr>
                  <a:tr h="4589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Organism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Escherichia coli str. K-12 </a:t>
                          </a:r>
                          <a:r>
                            <a:rPr lang="en-US" dirty="0" err="1">
                              <a:effectLst/>
                            </a:rPr>
                            <a:t>substr</a:t>
                          </a:r>
                          <a:r>
                            <a:rPr lang="en-US" dirty="0">
                              <a:effectLst/>
                            </a:rPr>
                            <a:t>. MG1655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3658933310"/>
                      </a:ext>
                    </a:extLst>
                  </a:tr>
                  <a:tr h="4589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Input Files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dirty="0" err="1">
                              <a:effectLst/>
                            </a:rPr>
                            <a:t>Ecoli_genome.faa</a:t>
                          </a:r>
                          <a:r>
                            <a:rPr lang="en-US" dirty="0">
                              <a:effectLst/>
                            </a:rPr>
                            <a:t> &amp; </a:t>
                          </a:r>
                          <a:r>
                            <a:rPr lang="en-US" dirty="0" err="1">
                              <a:effectLst/>
                            </a:rPr>
                            <a:t>Ecoli_Ann.tsv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1054260892"/>
                      </a:ext>
                    </a:extLst>
                  </a:tr>
                  <a:tr h="4589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Proteins Processed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4,300+ coding sequences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851033541"/>
                      </a:ext>
                    </a:extLst>
                  </a:tr>
                  <a:tr h="81195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Total Execution Time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blipFill>
                          <a:blip r:embed="rId2"/>
                          <a:stretch>
                            <a:fillRect l="-100105" t="-225373" r="-420" b="-619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210053"/>
                      </a:ext>
                    </a:extLst>
                  </a:tr>
                  <a:tr h="4589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b="1" dirty="0">
                              <a:effectLst/>
                            </a:rPr>
                            <a:t>Mapping Accuracy</a:t>
                          </a:r>
                          <a:endParaRPr lang="en-US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60960" marB="609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blipFill>
                          <a:blip r:embed="rId2"/>
                          <a:stretch>
                            <a:fillRect l="-100105" t="-581333" r="-420" b="-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3143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A649F-C4D1-6C6F-2D6F-0127C5846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89AFF-5576-DC21-C9D4-9048A9C7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13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A324-B43A-0EAB-B07C-E7F9B797E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66" y="621342"/>
            <a:ext cx="11253668" cy="1106424"/>
          </a:xfrm>
        </p:spPr>
        <p:txBody>
          <a:bodyPr>
            <a:normAutofit/>
          </a:bodyPr>
          <a:lstStyle/>
          <a:p>
            <a:r>
              <a:rPr lang="en-US" dirty="0"/>
              <a:t>Adaptability Across Species Datasets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AA189-E3C6-72B0-6739-FF345C1DAB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9166" y="2292096"/>
                <a:ext cx="11253668" cy="3600704"/>
              </a:xfrm>
            </p:spPr>
            <p:txBody>
              <a:bodyPr>
                <a:noAutofit/>
              </a:bodyPr>
              <a:lstStyle/>
              <a:p>
                <a:pPr lvl="1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Prokaryotic Validation (</a:t>
                </a:r>
                <a:r>
                  <a:rPr lang="en-US" sz="18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 coli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Handles dense genome organization and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-number locus conventions.</a:t>
                </a:r>
              </a:p>
              <a:p>
                <a:pPr marL="914400" lvl="2" indent="0">
                  <a:buNone/>
                </a:pP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Eukaryotic Validation (</a:t>
                </a:r>
                <a:r>
                  <a:rPr lang="en-US" sz="18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 cerevisiae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Processes larger eukaryotic gene models and alternative splice protein accessions without code modification.</a:t>
                </a:r>
              </a:p>
              <a:p>
                <a:pPr marL="914400" lvl="2" indent="0">
                  <a:buNone/>
                </a:pP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 Code Refactoring: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Same codebase runs seamlessly on legacy .</a:t>
                </a:r>
                <a:r>
                  <a:rPr lang="en-US" sz="1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ptt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files, standard .csv, and modern NCBI .</a:t>
                </a:r>
                <a:r>
                  <a:rPr lang="en-US" sz="1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tsv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 tables.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AA189-E3C6-72B0-6739-FF345C1DAB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166" y="2292096"/>
                <a:ext cx="11253668" cy="360070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8CA57-5807-1A9E-B612-C8822B9E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2D037-6466-BEB5-3A2B-279C6FB4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34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036CF-C8B7-DC1F-259E-9459989F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66" y="621342"/>
            <a:ext cx="11253668" cy="1106424"/>
          </a:xfrm>
        </p:spPr>
        <p:txBody>
          <a:bodyPr>
            <a:normAutofit/>
          </a:bodyPr>
          <a:lstStyle/>
          <a:p>
            <a:r>
              <a:rPr lang="en-US" dirty="0"/>
              <a:t>PyProteoMass: Summary &amp; Conclusion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CD09D-1EAD-462A-A2BB-5D798512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C991A-273A-45EB-44F1-B532720B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79AA01AA-44CC-273E-6F83-FE19FB262DE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08535819"/>
                  </p:ext>
                </p:extLst>
              </p:nvPr>
            </p:nvGraphicFramePr>
            <p:xfrm>
              <a:off x="469166" y="2299658"/>
              <a:ext cx="11253788" cy="393700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5626894">
                      <a:extLst>
                        <a:ext uri="{9D8B030D-6E8A-4147-A177-3AD203B41FA5}">
                          <a16:colId xmlns:a16="http://schemas.microsoft.com/office/drawing/2014/main" val="3067482435"/>
                        </a:ext>
                      </a:extLst>
                    </a:gridCol>
                    <a:gridCol w="5626894">
                      <a:extLst>
                        <a:ext uri="{9D8B030D-6E8A-4147-A177-3AD203B41FA5}">
                          <a16:colId xmlns:a16="http://schemas.microsoft.com/office/drawing/2014/main" val="28960887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EXECUTIVE SUMMARY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Conclusion &amp; Key Impact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1360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Core Purpose:</a:t>
                          </a:r>
                          <a:r>
                            <a:rPr lang="en-US" dirty="0"/>
                            <a:t> Developed an automated Python pipeline to parse genome-scale proteomes, compute exact protein molecular weights, and map them to gene locus tags.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Empirical Validation:</a:t>
                          </a:r>
                          <a:r>
                            <a:rPr lang="en-US" dirty="0"/>
                            <a:t> Successfully mapped all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80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,300+</m:t>
                              </m:r>
                            </m:oMath>
                          </a14:m>
                          <a:r>
                            <a:rPr lang="en-US" dirty="0"/>
                            <a:t>protein-coding genes of 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Escherichia coli</a:t>
                          </a:r>
                          <a:r>
                            <a:rPr lang="en-US" dirty="0"/>
                            <a:t> K-12 MG1655 in under 3 seconds with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r>
                                <a:rPr lang="en-US" sz="180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dirty="0"/>
                            <a:t>locus tag matching accuracy.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22457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High Performance:</a:t>
                          </a:r>
                          <a:r>
                            <a:rPr lang="en-US" dirty="0"/>
                            <a:t> Combined </a:t>
                          </a: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Biopython</a:t>
                          </a:r>
                          <a:r>
                            <a:rPr lang="en-US" dirty="0"/>
                            <a:t> (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Bio.SeqIO</a:t>
                          </a:r>
                          <a:r>
                            <a:rPr lang="en-US" dirty="0"/>
                            <a:t>) generator streaming for low-RAM sequence parsing with </a:t>
                          </a:r>
                          <a:r>
                            <a:rPr lang="en-US" sz="18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Pandas</a:t>
                          </a:r>
                          <a:r>
                            <a:rPr lang="en-US" dirty="0"/>
                            <a:t> vectorized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80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dirty="0"/>
                            <a:t>hash table lookup.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Cross-Domain Scalability:</a:t>
                          </a:r>
                          <a:r>
                            <a:rPr lang="en-US" dirty="0"/>
                            <a:t> Demonstrated native execution across both prokaryotic (E. coli) and eukaryotic (S. cerevisiae) datasets without code modification.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3754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Robust Ingestion:</a:t>
                          </a:r>
                          <a:r>
                            <a:rPr lang="en-US" dirty="0"/>
                            <a:t> Built dynamic, case-insensitive header auto-detection and delimiter fallbacks to handle heterogeneous NCBI annotation formats (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r>
                            <a:rPr lang="en-US" sz="1800" kern="1200" dirty="0" err="1">
                              <a:solidFill>
                                <a:schemeClr val="tx1"/>
                              </a:solidFill>
                            </a:rPr>
                            <a:t>faa</a:t>
                          </a:r>
                          <a:r>
                            <a:rPr lang="en-US" dirty="0"/>
                            <a:t>, 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r>
                            <a:rPr lang="en-US" sz="1800" kern="1200" dirty="0" err="1">
                              <a:solidFill>
                                <a:schemeClr val="tx1"/>
                              </a:solidFill>
                            </a:rPr>
                            <a:t>tsv</a:t>
                          </a:r>
                          <a:r>
                            <a:rPr lang="en-US" dirty="0"/>
                            <a:t>, 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</a:rPr>
                            <a:t>.csv</a:t>
                          </a:r>
                          <a:r>
                            <a:rPr lang="en-US" dirty="0"/>
                            <a:t>, 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r>
                            <a:rPr lang="en-US" sz="1800" kern="1200" dirty="0" err="1">
                              <a:solidFill>
                                <a:schemeClr val="tx1"/>
                              </a:solidFill>
                            </a:rPr>
                            <a:t>ptt</a:t>
                          </a:r>
                          <a:r>
                            <a:rPr lang="en-US" dirty="0"/>
                            <a:t>).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Primary Output:</a:t>
                          </a:r>
                          <a:r>
                            <a:rPr lang="en-US" dirty="0"/>
                            <a:t> Generated standardized two-column CSV datasets (</a:t>
                          </a:r>
                          <a:r>
                            <a:rPr lang="en-US" sz="1800" kern="1200" dirty="0" err="1">
                              <a:solidFill>
                                <a:schemeClr val="tx1"/>
                              </a:solidFill>
                            </a:rPr>
                            <a:t>locus_tag</a:t>
                          </a:r>
                          <a:r>
                            <a:rPr lang="en-US" dirty="0"/>
                            <a:t>, </a:t>
                          </a:r>
                          <a:r>
                            <a:rPr lang="en-US" sz="1800" kern="1200" dirty="0" err="1">
                              <a:solidFill>
                                <a:schemeClr val="tx1"/>
                              </a:solidFill>
                            </a:rPr>
                            <a:t>Molecular_Weight_Da</a:t>
                          </a:r>
                          <a:r>
                            <a:rPr lang="en-US" dirty="0"/>
                            <a:t>) ready for direct ingestion into metabolic modeling and proteomics workflows.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54429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79AA01AA-44CC-273E-6F83-FE19FB262DE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08535819"/>
                  </p:ext>
                </p:extLst>
              </p:nvPr>
            </p:nvGraphicFramePr>
            <p:xfrm>
              <a:off x="469166" y="2299658"/>
              <a:ext cx="11253788" cy="393700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5626894">
                      <a:extLst>
                        <a:ext uri="{9D8B030D-6E8A-4147-A177-3AD203B41FA5}">
                          <a16:colId xmlns:a16="http://schemas.microsoft.com/office/drawing/2014/main" val="3067482435"/>
                        </a:ext>
                      </a:extLst>
                    </a:gridCol>
                    <a:gridCol w="5626894">
                      <a:extLst>
                        <a:ext uri="{9D8B030D-6E8A-4147-A177-3AD203B41FA5}">
                          <a16:colId xmlns:a16="http://schemas.microsoft.com/office/drawing/2014/main" val="28960887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EXECUTIVE SUMMARY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Conclusion &amp; Key Impact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136075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Core Purpose:</a:t>
                          </a:r>
                          <a:r>
                            <a:rPr lang="en-US" dirty="0"/>
                            <a:t> Developed an automated Python pipeline to parse genome-scale proteomes, compute exact protein molecular weights, and map them to gene locus tags.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33846" r="-108" b="-2082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245786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133163" r="-100108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Cross-Domain Scalability:</a:t>
                          </a:r>
                          <a:r>
                            <a:rPr lang="en-US" dirty="0"/>
                            <a:t> Demonstrated native execution across both prokaryotic (E. coli) and eukaryotic (S. cerevisiae) datasets without code modification.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375401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Robust Ingestion:</a:t>
                          </a:r>
                          <a:r>
                            <a:rPr lang="en-US" dirty="0"/>
                            <a:t> Built dynamic, case-insensitive header auto-detection and delimiter fallbacks to handle heterogeneous NCBI annotation formats (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r>
                            <a:rPr lang="en-US" sz="1800" kern="1200" dirty="0" err="1">
                              <a:solidFill>
                                <a:schemeClr val="tx1"/>
                              </a:solidFill>
                            </a:rPr>
                            <a:t>faa</a:t>
                          </a:r>
                          <a:r>
                            <a:rPr lang="en-US" dirty="0"/>
                            <a:t>, 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r>
                            <a:rPr lang="en-US" sz="1800" kern="1200" dirty="0" err="1">
                              <a:solidFill>
                                <a:schemeClr val="tx1"/>
                              </a:solidFill>
                            </a:rPr>
                            <a:t>tsv</a:t>
                          </a:r>
                          <a:r>
                            <a:rPr lang="en-US" dirty="0"/>
                            <a:t>, 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</a:rPr>
                            <a:t>.csv</a:t>
                          </a:r>
                          <a:r>
                            <a:rPr lang="en-US" dirty="0"/>
                            <a:t>, </a:t>
                          </a:r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r>
                            <a:rPr lang="en-US" sz="1800" kern="1200" dirty="0" err="1">
                              <a:solidFill>
                                <a:schemeClr val="tx1"/>
                              </a:solidFill>
                            </a:rPr>
                            <a:t>ptt</a:t>
                          </a:r>
                          <a:r>
                            <a:rPr lang="en-US" dirty="0"/>
                            <a:t>).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Primary Output:</a:t>
                          </a:r>
                          <a:r>
                            <a:rPr lang="en-US" dirty="0"/>
                            <a:t> Generated standardized two-column CSV datasets (</a:t>
                          </a:r>
                          <a:r>
                            <a:rPr lang="en-US" sz="1800" kern="1200" dirty="0" err="1">
                              <a:solidFill>
                                <a:schemeClr val="tx1"/>
                              </a:solidFill>
                            </a:rPr>
                            <a:t>locus_tag</a:t>
                          </a:r>
                          <a:r>
                            <a:rPr lang="en-US" dirty="0"/>
                            <a:t>, </a:t>
                          </a:r>
                          <a:r>
                            <a:rPr lang="en-US" sz="1800" kern="1200" dirty="0" err="1">
                              <a:solidFill>
                                <a:schemeClr val="tx1"/>
                              </a:solidFill>
                            </a:rPr>
                            <a:t>Molecular_Weight_Da</a:t>
                          </a:r>
                          <a:r>
                            <a:rPr lang="en-US" dirty="0"/>
                            <a:t>) ready for direct ingestion into metabolic modeling and proteomics workflows.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54429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31011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F5DC-A589-9C6A-26D7-ACC01A7FA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54051-EE68-A658-CF0A-1862EA397B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9166" y="2426208"/>
                <a:ext cx="11253668" cy="2005584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summarize our findings: PyProteoMass successfully bridges the gap between raw biological sequence data and genomic annotation files. By combining biochemical condensation mechanics with optimized Python data structures, we achieved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100%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mapping accuracy across the entire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 coli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proteome in under 3 seconds. The resulting software is robust, memory-efficient, and ready for deployment across diverse prokaryotic and eukaryotic genomic projects.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54051-EE68-A658-CF0A-1862EA397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166" y="2426208"/>
                <a:ext cx="11253668" cy="2005584"/>
              </a:xfrm>
              <a:blipFill>
                <a:blip r:embed="rId2"/>
                <a:stretch>
                  <a:fillRect l="-325" r="-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A5891-91C6-DD9B-FDE9-D692C1E07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BB1D1-653B-40DF-9C3C-1AEC468F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B3CAC-A5AD-4C00-9262-D27A49B96D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61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7B5691-A527-9E4D-F879-BFAA363E5085}"/>
              </a:ext>
            </a:extLst>
          </p:cNvPr>
          <p:cNvSpPr txBox="1"/>
          <p:nvPr/>
        </p:nvSpPr>
        <p:spPr>
          <a:xfrm>
            <a:off x="317773" y="914400"/>
            <a:ext cx="10045427" cy="4464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8800" cap="all" dirty="0">
                <a:solidFill>
                  <a:schemeClr val="tx2"/>
                </a:solidFill>
                <a:latin typeface="+mj-lt"/>
              </a:rPr>
              <a:t>Thank You!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4A18E-7D46-D1E9-AAC3-5C44F79723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kern="1200" cap="all" spc="100" baseline="0">
                <a:latin typeface="+mn-lt"/>
                <a:ea typeface="+mn-ea"/>
                <a:cs typeface="+mn-cs"/>
              </a:rPr>
              <a:t>8/4/2026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8649B-2C2D-00C4-F3A3-D39A067C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99B3CAC-A5AD-4C00-9262-D27A49B96D06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14910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1496</TotalTime>
  <Words>925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Cambria Math</vt:lpstr>
      <vt:lpstr>Haettenschweiler</vt:lpstr>
      <vt:lpstr>Times New Roman</vt:lpstr>
      <vt:lpstr>Trade Gothic Next Light</vt:lpstr>
      <vt:lpstr>Editorial</vt:lpstr>
      <vt:lpstr>PowerPoint Presentation</vt:lpstr>
      <vt:lpstr>PowerPoint Presentation</vt:lpstr>
      <vt:lpstr>Why Proteome-Wide Mass Profiling Matters</vt:lpstr>
      <vt:lpstr>Challenges in Genomic Annotation</vt:lpstr>
      <vt:lpstr>Core Goals &amp; System Specifications</vt:lpstr>
      <vt:lpstr>PyProteoMass Pipeline Architecture</vt:lpstr>
      <vt:lpstr>Calculation &amp; Sequence Cleaning</vt:lpstr>
      <vt:lpstr>Memory Efficiency &amp; Vectorized Performance</vt:lpstr>
      <vt:lpstr>Validation on Escherichia coli MG1655</vt:lpstr>
      <vt:lpstr>Adaptability Across Species Datasets</vt:lpstr>
      <vt:lpstr>PyProteoMass: Summary &amp; Conclusion </vt:lpstr>
      <vt:lpstr>Finally!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Khaled</dc:creator>
  <cp:lastModifiedBy>Omar Khaled</cp:lastModifiedBy>
  <cp:revision>2</cp:revision>
  <dcterms:created xsi:type="dcterms:W3CDTF">2026-08-04T11:35:23Z</dcterms:created>
  <dcterms:modified xsi:type="dcterms:W3CDTF">2026-09-18T21:47:40Z</dcterms:modified>
</cp:coreProperties>
</file>